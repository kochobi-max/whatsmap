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Same day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Activation of the International Charter 'Space and Major Disasters' and mobilisation of the Copernicus Emergency Management Service are reported; details being confirmed.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Charter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 image before web release.</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European Commission announced the activation of Copernicus for the earthquake (statement by President von der Leyen expressing EU support for Colombia). The International Charter 'Space and Major Disasters' is also reported to have been activated. Neither the Copernicus EMSR activation number nor the Charter activation number had been identified at the time of writing; note that EMSR915 belongs to a wildfire activation in Albania, not to this event.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Rapid Mapping activation announced by the European Commission; EMSR activation number not yet identified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Announced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Rapid Mapping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2026-08-11T00:03:50Z</dcterms:created>
  <dcterms:modified xsi:type="dcterms:W3CDTF">2026-08-11T00:03:50Z</dcterms:modified>
</cp:coreProperties>
</file>