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1" Type="http://schemas.openxmlformats.org/officeDocument/2006/relationships/image" Target="../media/image-36-1.png"/><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an 18:30 COT cut-off on 16 Aug 2026: 287 deaths, 4,147 injured, 194 missing, 355 people and 496 animals rescued alive, 472 municipalities in 15 departments, 120,671 families (185,996 people) affected, 26,392 homes destroyed and 127,608 damaged, 197 buildings collapsed. UNGRD attributes the movement in these counts to verification and consolidation of figures reported from the territories, some of which arrived unverified. All figures are preliminary; quote the cut-off with the number. As of 17 August the Foreign Ministry reports 222.5 tonnes of humanitarian aid and 144 members of international teams received.</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(10-17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explains the reductions in its registers: five names left the list of the dead and 177 the consolidated missing list because the same person could appear in several territorial reports and be counted more than once during verification; the change does not necessarily correspond to new findings. The Foreign Ministry reports 222.5 tonnes of humanitarian aid and 144 members of international teams received, and says no country has been excluded; China announces 80 tonnes.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four days on: 184 aftershocks, 15 above M3.0 and 2 above M4.0. The published total was 103 at 15:00 on 11 August; the catalogue extract used for the figure holds 147 events to 17:24 on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an 18:30 COT cut-off on 16 August. 120,671 families (185,996 people) affected across 472 municipalities in 15 departments; 26,392 homes destroyed and 127,608 damaged; 355 people and 496 animals rescued alive. Two cut-offs the same day: deaths 289 then 287, injured 4,187 then 4,147, missing 143 then 194. UNGRD states the reason - figures reported from the territories are being verified and consolidated, some sent before being checked - so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 phase on 12 Aug;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194 and 3,653 are not the same measure and neither is wrong. 194 is the official count reported by UNGRD with an 18:30 cut-off on 16 August, drawn from the Fiscalía's register. It has moved in both directions - 496, 377, 378, 202, 320, 143, now 194 - because reports are filed, resolved and de-duplicated at the same time; UNGRD attributes the movement to verification and consolidation of figures sent from the territories, some of which had not been checked. The two readings on 16 August alone, 143 in the morning and 194 in the evening, show how little a single reading means without its cut-off. None of the falls are people found in the rubble; the count that measures that is rescued alive, 355.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194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18:30 cut on 16 Aug), down from 289 at the 07:30 cut that morning and 294 on 15 Aug. The series ran 273, 281, 285, 287, 288, 294, 289 and now 287; UNGRD attributes the movement to verification of figures sent from the territories. Chocó, Risaralda and Valle del Cauca remain the worst affected. On 17 August UNGRD explained the reductions: five names left the register of the dead and 177 left the consolidated missing list, because the same person could appear in several territorial reports and be counted more than once while the information was being verified. It stated the change does not necessarily correspond to new findings.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4,147 (UNGRD, 18:30 cut on 16 Aug), against 4,187 that morning and 3,935 on 15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194 (UNGRD, 18:30 cut on 16 Aug), up from 143 that morning. The series has run 496, 377, 378, 202, 320, 143 and now 194: reports are filed, resolved and de-duplicated at the same time, and UNGRD attributes the movement to verification of territorial reports. It is not a measure of how many people are still under rubble; 355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municipalities in 15 departments (UNGRD, 18:30 cut on 16 Aug), against 450 that morning and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120,671 families - 185,996 people - affected (UNGRD, 18:30 cut on 16 Aug), against 120,238 families (185,016 people)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154,000: 26,392 destroyed and 127,608 damaged (UNGRD, 18:30 cut on 16 Aug), essentially unchanged from that morning. The rise from 96,000 on 15 Aug was the assessment reaching further, not new damage.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127,608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26,392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197 nationally (UNGRD, 18:30 cut on 16 Aug), against 66 that morning and 121 on 14 Aug - the count has now moved down twice and up once as structures are inspected and reclassified.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damaged (UNGRD, 18:30 cut on 16 Aug), up from 240 that morning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3,207 affected (UNGRD, 18:30 cut on 16 Aug), against 2,205 that morning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4,059 damaged (UNGRD, 18:30 cut on 16 Aug), against 1,208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roads damaged (UNGRD, 18:30 cut on 16 Aug), up from 210 that morning and 18 on 10 Aug; 48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aqueducts damaged (UNGRD, 18:30 cut on 16 Aug), up from 73 that morning,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By 17 August the Foreign Ministry reported 222.5 tonnes of humanitarian aid and 144 members of international teams received, stating that assistance arrived promptly and without restrictions in Chocó, Valle del Cauca and the Coffee Triangle. Delivered so far: El Salvador 100 t, Mexico 58.5 t, Chile 50 t, Peru 14 t. In preparation: Paraguay about 52 t, India 20 t, Guatemala 1,600 food kits and 3,000 hygiene kits (about 30 t), Luxembourg 75 family tents and four multipurpose tents, Germany 2,500 water filters and 3,000 kitchen kits, Sweden 150 family tents and 360 blankets. China announced 80 tonnes on 17 August. The Foreign Minister said no country had been excluded.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Rescue was filtered; relief was not
</a:t>
            </a:r>
            <a:pPr algn="l" indent="0" marL="0">
              <a:buNone/>
            </a:pPr>
            <a:r>
              <a:rPr lang="en-US" sz="950" dirty="0">
                <a:solidFill>
                  <a:srgbClr val="7A2E0E"/>
                </a:solidFill>
                <a:latin typeface="Calibri" pitchFamily="34" charset="0"/>
                <a:ea typeface="Calibri" pitchFamily="34" charset="-122"/>
                <a:cs typeface="Calibri" pitchFamily="34" charset="-120"/>
              </a:rPr>
              <a:t>The two channels can now be quantified separately, and that is the finding. Search and rescue was opened to four countries only - the United States, Israel, Ecuador and El Salvador - on stated criteria of INSARAG classification, self-sufficiency and speed, even though offers came from at least seventeen and several of the others hold the same classification. Relief was not filtered: by 17 August the Foreign Ministry counted 222.5 tonnes delivered and 144 international team members received, from El Salvador, Mexico, Chile and Peru, with Paraguay, India, Guatemala, Luxembourg, Germany, Sweden and China in the pipeline and about USD 1.3 billion in offers on the table. The Foreign Minister says no country has been excluded. Both statements hold at once because they describe different things, and the distinction is what to carry away: rescue teams work inside a national command structure and must be certified and self-sufficient to be useful, while relief goods do not. Under Ley 1523 the response is Colombia's to direct - and a country that narrows the operational field this far should still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16 August: 289 dead, 4,187 injured, 143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dead, 143 missing and more than 185,000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UNGRD reduces the death and missing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UNGRD balance of 16 August evening: 287 dead, 4,147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lowers the death toll and raises the injured count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UNGRD explains the reduction in the registers of dead and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Foreign Ministry: 220+ tonnes of aid and 144 international team members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sends 80 tonnes of aid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an 18:30 COT cut-off on 16 Aug 2026: 287 deaths, 4,147 injured, 194 missing, 355 people and 496 animals rescued alive, 472 municipalities in 15 departments, 120,671 families (185,996 people) affected, 26,392 homes destroyed and 127,608 damaged, 197 buildings collapsed. UNGRD attributes the movement in these counts to verification and consolidation of figures reported from the territories, some of which arrived unverified. All figures are preliminary; quote the cut-off with the number. As of 17 August the Foreign Ministry reports 222.5 tonnes of humanitarian aid and 144 members of international teams received.</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2026-08-18T00:45:35Z</dcterms:created>
  <dcterms:modified xsi:type="dcterms:W3CDTF">2026-08-18T00:45:35Z</dcterms:modified>
</cp:coreProperties>
</file>