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07:30 COT cut-off on 16 Aug 2026, six days after the earthquake: 289 deaths, 4,187 injured, 143 missing, 354 people and 510 animals rescued alive, 450 municipalities in 15 departments, 26,945 homes destroyed and 127,557 damaged, 66 buildings collapsed. UNGRD attributes the movement in these counts - deaths and missing down, injured and damage up - to verification and consolidation of figures reported from the territories, some of which arrived unverified. All figures are preliminary; quote the cut-off with the number.</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four days on: 184 aftershocks, 15 above M3.0 and 2 above M4.0. The published total was 103 at 15:00 on 11 August; the catalogue extract used for the figure holds 147 events to 17:24 on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143</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 07:30 COT cut-off on 16 August. 120,238 families (185,016 people) affected across 450 municipalities in 15 departments; 26,945 homes destroyed and 127,557 damaged; 354 people and 510 animals rescued alive. Deaths and missing were revised down (294 to 289, 320 to 143) while injured and damage rose. UNGRD states the reason: figures reported from the territories are being verified and consolidated, and some regional councils had sent preliminary numbers that had not yet been checked.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 phase on 12 Aug;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is 289 at the 07:30 cut on 16 August, revised down from 294 the day before. The series ran 273 (13 Aug), 281, 285, 287, 288, 294 (15 Aug) and now 289. UNGRD attributes the movement to verification and consolidation of figures reported from the territories, some sent before being checked. Medicina Legal had received 250 bodies with 227 recognised at the 13 August reading. Cite 289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143</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143 and 3,653 are not the same measure and neither is wrong. 143 is the official count reported by UNGRD with a 07:30 cut-off on 16 August, drawn from the Fiscalía's register. It has moved in both directions - 496, 377, 378, 202, 320, now 143 - because reports are filed, resolved and de-duplicated at the same time; UNGRD attributes the movement to verification and consolidation of figures sent from the territories, some of which had not been checked. None of the falls are people found in the rubble; the count that measures that is rescued alive, 354.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143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289 (UNGRD, 07:30 cut on 16 Aug), revised down from 294 the day before. The series ran 273, 281, 285, 287, 288, 294 and now 289; UNGRD attributes the movement to verification of figures sent from the territories. Chocó, Risaralda and Valle del Cauca remain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4,187 (UNGRD, 07:30 cut on 16 Aug), up from 3,935 the day before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143 (UNGRD, 07:30 cut on 16 Aug), down from 320 the day before. The series has run 496, 377, 378, 202, 320 and now 143: reports are filed, resolved and de-duplicated at the same time, and UNGRD attributes the movement to verification of territorial reports. It is not a measure of how many people are still under rubble; 354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354 (UNGRD, 16 Aug), plus 510 animals rescued. They include a woman recovered in Cali almost 30 hours after the earthquake, a woman freed in Pereira after 36 hours, a baby pulled from an apartment block and the family of four found alive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450 municipalities in 15 departments (UNGRD, 16 Aug), against 448 the day before and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120,238 families - 185,016 people - affected in the consolidated 16 Aug balance, against 54,008 families (115,461 people) the day before. A summary of the same 07:30 cut circulated with 57,516 families and 145,601 people; the higher pair is the consolidated figure and is the one to cite, with its cut-off.</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154,502: 26,945 destroyed and 127,557 damaged (UNGRD, 07:30 cut on 16 Aug), against 95,999 the day before - the assessment reaching further rather than new damage occurring.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127,557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26,945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66 nationally (UNGRD, 16 Aug), unchanged from 15 Aug after downward revisions from 172 on 13 Aug and 121 on 14 Aug, as structures first reported collapsed were reclassified on inspection.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damaged (UNGRD, 14-15 Aug), up from 216 on 13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affected (UNGRD, 14-15 Aug), against 2,198 on 13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damaged (UNGRD, 14-15 Aug), against 825 on 13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roads damaged (UNGRD, 14-15 Aug), up from 77 on 11 Aug and 18 on 10 Aug; 44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aqueducts damaged (UNGRD, 14-15 Aug)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 filtered acceptance, then a broader flow
</a:t>
            </a:r>
            <a:pPr algn="l" indent="0" marL="0">
              <a:buNone/>
            </a:pPr>
            <a:r>
              <a:rPr lang="en-US" sz="950" dirty="0">
                <a:solidFill>
                  <a:srgbClr val="7A2E0E"/>
                </a:solidFill>
                <a:latin typeface="Calibri" pitchFamily="34" charset="0"/>
                <a:ea typeface="Calibri" pitchFamily="34" charset="-122"/>
                <a:cs typeface="Calibri" pitchFamily="34" charset="-120"/>
              </a:rPr>
              <a:t>Two patterns sit side by side. Search and rescue was opened to four countries only - the United States, Israel, Ecuador and El Salvador - on stated criteria of INSARAG classification, self-sufficiency and speed, although offers came from at least seventeen and several of the others hold the same classification; the Government has denied that ideology played a part and the argument is running in the Colombian press. Relief goods and money, by contrast, are being taken broadly: India, Norway, Sweden, Spain, Italy, Chile, Mexico, Turkey, Brazil, the World Bank and the earlier US, EU and CAF contributions, against a stated total of about USD 1.3 billion in offers. The distinction is defensible - rescue teams work inside a national command structure and relief goods do not - and it is the one an ADRC reader should take away: under Ley 1523 the response is Colombia's to direct, and a country that narrows the operational field this far should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16 August: 289 dead, 4,187 injured, 143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dead, 143 missing and more than 185,000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UNGRD reduces the death and missing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07:30 COT cut-off on 16 Aug 2026, six days after the earthquake: 289 deaths, 4,187 injured, 143 missing, 354 people and 510 animals rescued alive, 450 municipalities in 15 departments, 26,945 homes destroyed and 127,557 damaged, 66 buildings collapsed. UNGRD attributes the movement in these counts - deaths and missing down, injured and damage up - to verification and consolidation of figures reported from the territories, some of which arrived unverified. All figures are preliminary; quote the cut-off with the number.</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2026-08-16T22:31:15Z</dcterms:created>
  <dcterms:modified xsi:type="dcterms:W3CDTF">2026-08-16T22:31:15Z</dcterms:modified>
</cp:coreProperties>
</file>