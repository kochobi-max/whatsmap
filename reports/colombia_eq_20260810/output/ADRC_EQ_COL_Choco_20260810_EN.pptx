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   GLIDE EQ-2026-XXXXXX-COL (TBC)</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png">    </p:cNvPr>
          <p:cNvPicPr>
            <a:picLocks noChangeAspect="1"/>
          </p:cNvPicPr>
          <p:nvPr/>
        </p:nvPicPr>
        <p:blipFill>
          <a:blip r:embed="rId3"/>
          <a:stretch>
            <a:fillRect/>
          </a:stretch>
        </p:blipFill>
        <p:spPr>
          <a:xfrm>
            <a:off x="4839881" y="1975104"/>
            <a:ext cx="2701214"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Base map: Natural Earth (110 m). Distances computed from published coordinates; the figures are schematic and are not official hazard maps.</a:t>
            </a:r>
            <a:endParaRPr lang="en-US" sz="750" dirty="0"/>
          </a:p>
        </p:txBody>
      </p:sp>
      <p:sp>
        <p:nvSpPr>
          <p:cNvPr id="18" name="Shape 12"/>
          <p:cNvSpPr/>
          <p:nvPr/>
        </p:nvSpPr>
        <p:spPr>
          <a:xfrm>
            <a:off x="0" y="4791456"/>
            <a:ext cx="12188952" cy="1371600"/>
          </a:xfrm>
          <a:prstGeom prst="rect">
            <a:avLst/>
          </a:prstGeom>
          <a:solidFill>
            <a:srgbClr val="262626"/>
          </a:solidFill>
          <a:ln w="12700">
            <a:solidFill>
              <a:srgbClr val="333333"/>
            </a:solidFill>
            <a:prstDash val="solid"/>
          </a:ln>
        </p:spPr>
      </p:sp>
      <p:sp>
        <p:nvSpPr>
          <p:cNvPr id="19" name="Text 13"/>
          <p:cNvSpPr/>
          <p:nvPr/>
        </p:nvSpPr>
        <p:spPr>
          <a:xfrm>
            <a:off x="457200" y="4873752"/>
            <a:ext cx="11274552" cy="1207008"/>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69264"/>
            <a:ext cx="11430000" cy="329184"/>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(UTC-5)  (10 Aug 2026, 12:34 UTC / 10 Aug 2026, 21:34 JST)    |    Mww 7.4    |    depth 107 km    |    MMI VII (Very strong) - USGS ShakeMap</a:t>
            </a:r>
            <a:endParaRPr lang="en-US" sz="1150" dirty="0"/>
          </a:p>
        </p:txBody>
      </p:sp>
      <p:sp>
        <p:nvSpPr>
          <p:cNvPr id="5" name="Text 2"/>
          <p:cNvSpPr/>
          <p:nvPr/>
        </p:nvSpPr>
        <p:spPr>
          <a:xfrm>
            <a:off x="365760" y="1280160"/>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27632"/>
            <a:ext cx="11430000" cy="4480560"/>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A GLIDE number for this event had not been confirmed at the time of writing; it will be added once issued.</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issues a first bulletin (initially M6.6, depth 79 km), later revised to M7.4;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Same day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Activation of the International Charter 'Space and Major Disasters' and mobilisation of the Copernicus Emergency Management Service are reported; details being confirmed.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Charter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143000"/>
                <a:gridCol w="1234440"/>
                <a:gridCol w="658368"/>
                <a:gridCol w="457200"/>
                <a:gridCol w="2724912"/>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km E of San José del Palmar, Chocó Department (approx. 280 km W of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4.9031 N, 76.1885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 USGS Mww 7.4. The SGC initially announced M6.6 at 79 km depth, then revised to M7.4; SGC depth is given as roughly 96-103 km.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approx. 96-103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EQ-2026-XXXXXX-COL (TBC)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 SGC explains why the shaking lasted so long</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reported aftershock;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Reported alongside the M4.8 in early bulletins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events</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total count of recorded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reported more than 20 aftershocks in the hours after the mainshock; the largest widely felt aftershock was M4.8, with an M2.8 also reported.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reported to have been activated for this earthquake, and the Copernicus Emergency Management Service mobilised, to provide satellite imagery for damage assessment. Activation numbers and value-added products are being confirmed.</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Rapid Mapping mobilised for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Popayan 1983 (M5.5), Paez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Rapid Mapping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(for the event identifier once issued)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2026-08-10T22:26:13Z</dcterms:created>
  <dcterms:modified xsi:type="dcterms:W3CDTF">2026-08-10T22:26:13Z</dcterms:modified>
</cp:coreProperties>
</file>