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8-1.png"/><Relationship Id="rId15" Type="http://schemas.openxmlformats.org/officeDocument/2006/relationships/slideLayout" Target="../slideLayouts/slideLayout1.xml"/><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 Type="http://schemas.openxmlformats.org/officeDocument/2006/relationships/image" Target="../media/image-32-1.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12 Aug 2026, evening COT (13 Aug morning JST), about 60 hours after the earthquake, from the UNGRD balance the President announced at the Palacio de San Carlos: 265 deaths, 3,494 injured, 496 missing, 25,872 families (53,816 people) affected, 11,347 homes destroyed and 53,526 damaged, 140 buildings collapsed. An economic emergency has been declared.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265</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3,494</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496</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announced by the President on the evening of 12 August. 25,872 families (53,816 people) affected; 11,347 homes destroyed and 53,526 damaged. Injured were revised down from 3,755 earlier that day as duplicate records were consolidated.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reached 265 on the evening of 12 August, announced by the President from UNGRD's balance. Earlier the same day it was 239, the sum of departmental and city announcements was 254, Asocapitales counted 234 in the capital cities and Medicina Legal had received 202 bodies with 121 identified. Cite 265 as the official national figure and 202 as the forensically confirmed floor. The chart is the President's 11 August breakdown (181) and shows the shape of the distribution - deaths concentrated in Risaralda (Pereira) and Valle del Cauca (Cali) - not a current tally.</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496</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496 and 3,653 are not the same measure and neither is wrong. 496 is what UNGRD holds as reported missing on the evening of 12 August, up from 287 earlier that day and 195 the day before; it is tied to search sites and official reports.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Expect the platform figure to fall as communications return, and the official figure to keep rising as reports are verified. Cite 496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265 (UNGRD, announced by the President on the evening of 12 Aug), up from 239 earlier that day. Adding up the departmental and city announcements had given 254; Medicina Legal had received 202 bodies at 07:00, 121 identified.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Presidency,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3,494 (UNGRD, evening of 12 Aug). The earlier figure that day was 3,755; the revision downwards reflects consolidation of duplicate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496 (UNGRD, evening of 12 Aug), up from 287 earlier that day and 195 the day before.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(as of 20:00 COT on 11 Aug), including a woman recovered in Cali almost 30 hours after the earthquake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municipalities across 14 departments (UNGRD, 12 Aug), against “more than 20”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25,872 families - 53,816 people - directly affected (UNGRD, evening of 12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64,873: 11,347 destroyed and 53,526 damaged (UNGRD, evening of 12 Aug), against about 54,000 earlier that day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53,526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11,347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140 nationally (UNGRD, 12 Aug), against more than 80 on 11 Aug and 61 on 10 Aug.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1,819 affected (UNGRD, evening of 12 Aug), against 884 earlier that day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631 damaged (UNGRD, evening of 12 Aug), against 427 earlier that day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880" dirty="0"/>
          </a:p>
          <a:p>
            <a:pPr algn="l" marL="342900" indent="-342900">
              <a:buSzPct val="100000"/>
              <a:buChar char="•"/>
            </a:pPr>
            <a:r>
              <a:rPr lang="en-US" sz="88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88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From offers to acceptance
</a:t>
            </a:r>
            <a:pPr algn="l" indent="0" marL="0">
              <a:buNone/>
            </a:pPr>
            <a:r>
              <a:rPr lang="en-US" sz="950" dirty="0">
                <a:solidFill>
                  <a:srgbClr val="7A2E0E"/>
                </a:solidFill>
                <a:latin typeface="Calibri" pitchFamily="34" charset="0"/>
                <a:ea typeface="Calibri" pitchFamily="34" charset="-122"/>
                <a:cs typeface="Calibri" pitchFamily="34" charset="-120"/>
              </a:rPr>
              <a:t>For two days Colombia took money and satellite mapping but not foreign rescuers, and the UN had no formal request. That changed on 12 August: with the missing count at 287 and about 54,000 homes damaged, the Government accepted USAR teams from Israel, Ecuador, El Salvador and the United States - and specified INSARAG classification as the condition, which is the right filter for teams that must be self-sufficient and interoperable. The lesson is not that the delay was a mistake but that the threshold is national capacity: under Ley 1523 the response is Colombia's to direct, and the request came when the search caseload outran the teams available.</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12 Aug 2026, evening COT (13 Aug morning JST), about 60 hours after the earthquake, from the UNGRD balance the President announced at the Palacio de San Carlos: 265 deaths, 3,494 injured, 496 missing, 25,872 families (53,816 people) affected, 11,347 homes destroyed and 53,526 damaged, 140 buildings collapsed. An economic emergency has been declared.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2026-08-13T02:20:15Z</dcterms:created>
  <dcterms:modified xsi:type="dcterms:W3CDTF">2026-08-13T02:20:15Z</dcterms:modified>
</cp:coreProperties>
</file>