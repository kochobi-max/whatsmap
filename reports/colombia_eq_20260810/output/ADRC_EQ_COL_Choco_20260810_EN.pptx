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2" Type="http://schemas.openxmlformats.org/officeDocument/2006/relationships/image" Target="../media/image-16-2.jpg"/><Relationship Id="rId4" Type="http://schemas.openxmlformats.org/officeDocument/2006/relationships/image" Target="../media/image-16-3.jp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9-1.png"/><Relationship Id="rId2" Type="http://schemas.openxmlformats.org/officeDocument/2006/relationships/image" Target="../media/image-19-2.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4-1.png"/><Relationship Id="rId2" Type="http://schemas.openxmlformats.org/officeDocument/2006/relationships/image" Target="../media/image-24-2.jp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6-1.png"/><Relationship Id="rId17" Type="http://schemas.openxmlformats.org/officeDocument/2006/relationships/slideLayout" Target="../slideLayouts/slideLayout1.xml"/><Relationship Id="rId1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7" Type="http://schemas.openxmlformats.org/officeDocument/2006/relationships/hyperlink" Target="https://glidenumber.net/" TargetMode="External"/><Relationship Id="rId18" Type="http://schemas.openxmlformats.org/officeDocument/2006/relationships/hyperlink" Target="https://www.adrc.asia/" TargetMode="External"/><Relationship Id="rId1" Type="http://schemas.openxmlformats.org/officeDocument/2006/relationships/image" Target="../media/image-27-1.png"/><Relationship Id="rId19" Type="http://schemas.openxmlformats.org/officeDocument/2006/relationships/slideLayout" Target="../slideLayouts/slideLayout1.xml"/><Relationship Id="rId2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3" Type="http://schemas.openxmlformats.org/officeDocument/2006/relationships/hyperlink" Target="https://www.elespectador.com/colombia/mas-regiones/temblor-en-colombia-hoy-10-de-agosto-en-vivo-epicentro-y-reporte-de-afectaciones/" TargetMode="External"/><Relationship Id="rId14" Type="http://schemas.openxmlformats.org/officeDocument/2006/relationships/hyperlink" Target="https://www.noticiascaracol.com/colombia/en-vivo-colombia-hoy-tras-terremoto-de-magnitud-7-4-continuan-las-labores-de-rescate-so35" TargetMode="External"/><Relationship Id="rId15" Type="http://schemas.openxmlformats.org/officeDocument/2006/relationships/hyperlink" Target="https://rpp.pe/mundo/colombia/abelardo-de-la-espriella-cifra-en-181-los-muertos-por-el-terremoto-59-menos-que-datos-regionales-noticia-1701022" TargetMode="External"/><Relationship Id="rId16" Type="http://schemas.openxmlformats.org/officeDocument/2006/relationships/hyperlink" Target="https://www.eltiempo.com/colombia/otras-ciudades/cuantas-replicas-se-han-registrado-tras-el-terremoto-de-7-4-en-colombia-estas-son-todas-las-magnitudes-3577711" TargetMode="External"/><Relationship Id="rId17"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28-1.png"/><Relationship Id="rId18" Type="http://schemas.openxmlformats.org/officeDocument/2006/relationships/slideLayout" Target="../slideLayouts/slideLayout1.xml"/><Relationship Id="rId1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(10-11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Homes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situation report, 11 August. The President's balance the same day gives 181 deaths; adding up the departmental and city announcements gives 240. Homes: 13,067 damaged and 2,501 destroyed.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shows the President's breakdown of 11 August, which totals 181 and puts 97.6% of the deaths in capital cities. UNGRD's own situation report of the same day gives 182. Adding up what the departments and cities announced separately gives 240 - 59 more than the President's figure - because those counts include municipalities outside the capitals and were issued at different hours. The report keeps all three rather than picking one: the official national figure is the one to cite, the departmental sum is the leading indicator of where it is heading. Cali is now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(UNGRD situation report, 11 Aug) / 181 (President, of which 97.6% in capital cities) / 240 when the departmental and city announcements are added up. The Government's 13:00 COT balance on 10 Aug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departmental and municipal governments via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Aug), up from 700 earlier the same day and 87 in the 10 Aug balance. A partial regional and Asocapitales tally gives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Presidency;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nationally (UNGRD, 11 Aug). Cali city officials report 230 people trapped and 88 rescued in that city; four children are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homes affected: 13,067 damaged and 2,501 destroyed (UNGRD, 11 Aug), up from the 1,612 counted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80 nationally (11 Aug), up from 61 on 10 Aug. Cali city officials report 107 collapsed in that city alone, with 643 more structurally damaged and 18 under evacuation order;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11 Aug;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toll multiplied as the assessment reached the damage. In 33 hours deaths went from 111 to 182 in UNGRD's own reporting, injured from 87 to 2,542, damaged homes from 1,612 to 15,568, damaged schools from 52 to 884 and damaged roads from 18 to 77. Nothing new happened to cause those jumps; the teams simply got to places they had not reached. Two lessons for reading early figures: the first-day numbers describe the reach of the assessment, not the size of the disaster, and the national total lags the departmental ones - here by 59 deaths in a single day.</a:t>
            </a:r>
            <a:endParaRPr lang="en-US" sz="1010" dirty="0"/>
          </a:p>
          <a:p>
            <a:pPr algn="l" marL="342900" indent="-342900">
              <a:buSzPct val="100000"/>
              <a:buChar char="•"/>
            </a:pPr>
            <a:r>
              <a:rPr lang="en-US" sz="101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010" dirty="0"/>
          </a:p>
          <a:p>
            <a:pPr algn="l" marL="342900" indent="-342900">
              <a:buSzPct val="100000"/>
              <a:buChar char="•"/>
            </a:pPr>
            <a:r>
              <a:rPr lang="en-US" sz="101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1010" dirty="0"/>
          </a:p>
          <a:p>
            <a:pPr algn="l" marL="342900" indent="-342900">
              <a:buSzPct val="100000"/>
              <a:buChar char="•"/>
            </a:pPr>
            <a:r>
              <a:rPr lang="en-US" sz="101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11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01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11 Aug 2026, 17:00 COT (12 Aug 07:00 JST), about 33 hours after the earthquake. UNGRD's situation report gives 182 deaths, 2,542 injured and 189 missing; the President's balance gives 181 deaths; adding up what the departments and cities have announced gives 240. All three are shown. Figures are preliminary and still rising.</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2026-08-11T23:52:47Z</dcterms:created>
  <dcterms:modified xsi:type="dcterms:W3CDTF">2026-08-11T23:52:47Z</dcterms:modified>
</cp:coreProperties>
</file>