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stands ready to provide the assistance required, expressing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 Cali is now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nationally (UNGRD, 11 Aug). Cali city officials report 230 people trapped and 88 rescued in that city; four children are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city officials report 107 collapsed in that city alone, with 643 more structurally damaged and 18 under evacuation order;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“On the occasion of the earthquake that struck the Republic of Colombia on 10 August, I offer my sincere condolences to those who lost their lives and my heartfelt sympathy to all those affected. The Government of Japan stands ready to provide the assistance required. Japan expresses its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the UN had received no formal request for assistance from the Colombian authorities.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Assistance is offered; Colombia has not asked
</a:t>
            </a:r>
            <a:pPr algn="l" indent="0" marL="0">
              <a:buNone/>
            </a:pPr>
            <a:r>
              <a:rPr lang="en-US" sz="950" dirty="0">
                <a:solidFill>
                  <a:srgbClr val="7A2E0E"/>
                </a:solidFill>
                <a:latin typeface="Calibri" pitchFamily="34" charset="0"/>
                <a:ea typeface="Calibri" pitchFamily="34" charset="-122"/>
                <a:cs typeface="Calibri" pitchFamily="34" charset="-120"/>
              </a:rPr>
              <a:t>Two days in, the pattern is a large volume of offers and a government that has not converted them into requests: the UN had no formal request as of 11 August, and the bilateral help that has actually moved is money (USD 15.5 million from the United States, EUR 100,000 from the EU, USD 500,000 from CAF) plus Ecuador's USAR team and satellite mapping. Under Ley 1523 the response is Colombia's to direct, and offers are channelled through the Foreign Ministry with UNGRD; the question for the coming days is whether the search-and-rescue caseload - 230 trapped in Cali alone - outruns national capacity fast enough to change that.</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2026-08-12T00:19:16Z</dcterms:created>
  <dcterms:modified xsi:type="dcterms:W3CDTF">2026-08-12T00:19:16Z</dcterms:modified>
</cp:coreProperties>
</file>