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 Type="http://schemas.openxmlformats.org/officeDocument/2006/relationships/image" Target="../media/image-26-1.png"/><Relationship Id="rId13" Type="http://schemas.openxmlformats.org/officeDocument/2006/relationships/slideLayout" Target="../slideLayouts/slideLayout1.xml"/><Relationship Id="rId1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In its 13:00 COT balance on 10 August the Government reported 111 deaths and 87 injured — a toll that media reporting had raised to 132 by the evening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sits far above the 111 deaths reported nine hours after the event —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reviewed: 16 km W of San José del Palmar, depth 98.5 km — 44 minutes after the mainshock and at the same intermediate depth. Other agencies report 5.0-5.7 for this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Reported by the regional agencies IGC (M4.7) and INET (M4.3); it does not appear in the USGS catalogue at the M2.5 threshold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aftershocks listed on the SGC event bulletin; the M4.8 was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no consolidated official count had been published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639312"/>
            <a:ext cx="11430000" cy="566928"/>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A query of the USGS catalogue for the region at M2.5 and above returns just two events: the mainshock and a single mb 5.0 aftershock 44 minutes later, both reviewed. The SGC bulletin adds M4.8 and M2.8, and media reported more than 20 events during the day — those smaller shocks sit below the global catalogue's completeness here and are only in the national network's data. A sparse sequence of larger aftershocks is what an intermediate-depth intraslab rupture is expected to produce; but an M5 while search and rescue is under way is enough to bring down structures the mainshock already weakened.</a:t>
            </a:r>
            <a:endParaRPr lang="en-US" sz="950" dirty="0"/>
          </a:p>
        </p:txBody>
      </p:sp>
      <p:sp>
        <p:nvSpPr>
          <p:cNvPr id="6" name="Shape 2"/>
          <p:cNvSpPr/>
          <p:nvPr/>
        </p:nvSpPr>
        <p:spPr>
          <a:xfrm>
            <a:off x="365760" y="4261104"/>
            <a:ext cx="11430000" cy="1005840"/>
          </a:xfrm>
          <a:prstGeom prst="roundRect">
            <a:avLst>
              <a:gd name="adj" fmla="val 4545"/>
            </a:avLst>
          </a:prstGeom>
          <a:solidFill>
            <a:srgbClr val="FCE9DC"/>
          </a:solidFill>
          <a:ln w="12700">
            <a:solidFill>
              <a:srgbClr val="E8A317"/>
            </a:solidFill>
            <a:prstDash val="solid"/>
          </a:ln>
        </p:spPr>
      </p:sp>
      <p:sp>
        <p:nvSpPr>
          <p:cNvPr id="7" name="Text 3"/>
          <p:cNvSpPr/>
          <p:nvPr/>
        </p:nvSpPr>
        <p:spPr>
          <a:xfrm>
            <a:off x="530352" y="4315968"/>
            <a:ext cx="11100816" cy="8961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8" name="Shape 4"/>
          <p:cNvSpPr/>
          <p:nvPr/>
        </p:nvSpPr>
        <p:spPr>
          <a:xfrm>
            <a:off x="365760" y="5358384"/>
            <a:ext cx="11430000" cy="768096"/>
          </a:xfrm>
          <a:prstGeom prst="roundRect">
            <a:avLst>
              <a:gd name="adj" fmla="val 5952"/>
            </a:avLst>
          </a:prstGeom>
          <a:solidFill>
            <a:srgbClr val="FCE9DC"/>
          </a:solidFill>
          <a:ln w="12700">
            <a:solidFill>
              <a:srgbClr val="E8A317"/>
            </a:solidFill>
            <a:prstDash val="solid"/>
          </a:ln>
        </p:spPr>
      </p:sp>
      <p:sp>
        <p:nvSpPr>
          <p:cNvPr id="9" name="Text 5"/>
          <p:cNvSpPr/>
          <p:nvPr/>
        </p:nvSpPr>
        <p:spPr>
          <a:xfrm>
            <a:off x="530352" y="5413248"/>
            <a:ext cx="11100816" cy="65836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10" name="Text 6"/>
          <p:cNvSpPr/>
          <p:nvPr/>
        </p:nvSpPr>
        <p:spPr>
          <a:xfrm>
            <a:off x="365760" y="6144768"/>
            <a:ext cx="11430000" cy="182880"/>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USGS FDSN event service, region 3-7 N / 78-74.5 W, M2.5+, from the origin time (query.csv in this repository). Reproducible at earthquake.usgs.gov/fdsnws/event/1/.</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 seismic bulletin (multi-agency solutions)</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President's figure; the department government had reported 12 dead and 84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the Presidency at different times and do not sum to the national total; the national toll itself moved from 111 at 13:00 COT to 132 by the evening of 10 August. They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(media, evening of 10 Aug). The Government's 13:00 COT balance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(CNN live updates); Presidency / UNGRD for the 13:00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nationally (Government, 13:00 COT). In Chocó alone the President later reported 119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Presidency (Chocó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quantified. Four people had been rescued alive from the rubble by the evening of 10 August; searches continued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Figures are moving as expected. The national toll went from 111 in the Government's 13:00 COT balance to 132 by the evening, and the Chocó department figure from 12 to 13 deaths with injuries revised from 84 to 119 — while the building-damage counts stayed at their first-look values. Rapid increases over the coming days should be read as assessment progressing, not necessarily as the situation worsening.</a:t>
            </a:r>
            <a:endParaRPr lang="en-US" sz="1150" dirty="0"/>
          </a:p>
          <a:p>
            <a:pPr algn="l" marL="342900" indent="-342900">
              <a:buSzPct val="100000"/>
              <a:buChar char="•"/>
            </a:pPr>
            <a:r>
              <a:rPr lang="en-US" sz="11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150" dirty="0"/>
          </a:p>
          <a:p>
            <a:pPr algn="l" marL="342900" indent="-342900">
              <a:buSzPct val="100000"/>
              <a:buChar char="•"/>
            </a:pPr>
            <a:r>
              <a:rPr lang="en-US" sz="11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1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 seismic bulletin (multi-agency solutions)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2026-08-11T03:26:00Z</dcterms:created>
  <dcterms:modified xsi:type="dcterms:W3CDTF">2026-08-11T03:26:00Z</dcterms:modified>
</cp:coreProperties>
</file>