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png">    </p:cNvPr>
          <p:cNvPicPr>
            <a:picLocks noChangeAspect="1"/>
          </p:cNvPicPr>
          <p:nvPr/>
        </p:nvPicPr>
        <p:blipFill>
          <a:blip r:embed="rId3"/>
          <a:stretch>
            <a:fillRect/>
          </a:stretch>
        </p:blipFill>
        <p:spPr>
          <a:xfrm>
            <a:off x="4839881" y="1975104"/>
            <a:ext cx="2701214"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Base map: Natural Earth (110 m). Distances computed from published coordinates; the figures are schematic and are not official hazard maps.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107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E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Calibri" pitchFamily="34" charset="0"/>
                <a:ea typeface="Calibri" pitchFamily="34" charset="-122"/>
                <a:cs typeface="Calibri" pitchFamily="34" charset="-120"/>
              </a:rPr>
              <a:t>Insert image before web release.</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235 km from the epicentre, in a low one. The elongated pattern along the valleys, rather than a compact circle around the epicentre, is the signature of a 96-107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2026-08-11T00:09:30Z</dcterms:created>
  <dcterms:modified xsi:type="dcterms:W3CDTF">2026-08-11T00:09:30Z</dcterms:modified>
</cp:coreProperties>
</file>