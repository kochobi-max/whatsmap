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28-1.png"/><Relationship Id="rId14" Type="http://schemas.openxmlformats.org/officeDocument/2006/relationships/slideLayout" Target="../slideLayouts/slideLayout1.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29-1.png"/><Relationship Id="rId14" Type="http://schemas.openxmlformats.org/officeDocument/2006/relationships/slideLayout" Target="../slideLayouts/slideLayout1.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30-1.png"/><Relationship Id="rId14" Type="http://schemas.openxmlformats.org/officeDocument/2006/relationships/slideLayout" Target="../slideLayouts/slideLayout1.xml"/><Relationship Id="rId1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3"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31-1.png"/><Relationship Id="rId14" Type="http://schemas.openxmlformats.org/officeDocument/2006/relationships/slideLayout" Target="../slideLayouts/slideLayout1.xml"/><Relationship Id="rId1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mofa.go.jp/mofaj/la_c/sa/co/pageit_000001_00001.html" TargetMode="External"/><Relationship Id="rId3" Type="http://schemas.openxmlformats.org/officeDocument/2006/relationships/hyperlink" Target="https://x.com/MofaJapan_jp/status/2087155064855261537" TargetMode="External"/><Relationship Id="rId4" Type="http://schemas.openxmlformats.org/officeDocument/2006/relationships/hyperlink" Target="https://www.eltiempo.com/mundo/mas-regiones/la-comunidad-internacional-se-vuelca-en-ayudas-para-colombia-lista-de-paises-que-han-ofrecido-apoyo-tras-el-terremoto-de-magnitud-7-3577512" TargetMode="External"/><Relationship Id="rId5" Type="http://schemas.openxmlformats.org/officeDocument/2006/relationships/hyperlink" Target="https://colombia.un.org/es/320793-informaci%C3%B3n-y-actualizaciones-sobre-el-terremoto-en-colombia" TargetMode="External"/><Relationship Id="rId6" Type="http://schemas.openxmlformats.org/officeDocument/2006/relationships/hyperlink" Target="https://news.un.org/es/story/2026/08/1541792" TargetMode="External"/><Relationship Id="rId7" Type="http://schemas.openxmlformats.org/officeDocument/2006/relationships/hyperlink" Target="https://www.colombiatebusca.com/" TargetMode="External"/><Relationship Id="rId8" Type="http://schemas.openxmlformats.org/officeDocument/2006/relationships/hyperlink" Target="https://www.asocapitales.co/terremoto-colombia.html" TargetMode="External"/><Relationship Id="rId9" Type="http://schemas.openxmlformats.org/officeDocument/2006/relationships/hyperlink" Target="https://www.infobae.com/colombia/2026/08/12/de-la-espriella-anuncio-alivios-y-subsidios-tras-emergencia-en-el-eje-cafetero-por-el-terremoto-detallo-plan-de-choque-para-educacion-y-vivienda/" TargetMode="External"/><Relationship Id="rId10" Type="http://schemas.openxmlformats.org/officeDocument/2006/relationships/hyperlink" Target="https://www.pulzo.com/nacion/terremoto-en-colombia-ungrd-reporta-danos-y-victimas-en-valle-del-cauca-y-risaralda-PP5272829A" TargetMode="External"/><Relationship Id="rId11"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2" Type="http://schemas.openxmlformats.org/officeDocument/2006/relationships/hyperlink" Target="https://www.asocapitales.co/actualidad/noticias/ciudades-seguras/terremoto-deja-188-fallecidos-y-1677-heridos-en-ciudades" TargetMode="External"/><Relationship Id="rId13" Type="http://schemas.openxmlformats.org/officeDocument/2006/relationships/hyperlink" Target="https://www.infolibre.es/internacional/terremoto-colombia-deja-254-muertos-continua-busqueda-escombros_1_2235003.html" TargetMode="External"/><Relationship Id="rId1" Type="http://schemas.openxmlformats.org/officeDocument/2006/relationships/image" Target="../media/image-32-1.png"/><Relationship Id="rId14" Type="http://schemas.openxmlformats.org/officeDocument/2006/relationships/slideLayout" Target="../slideLayouts/slideLayout1.xml"/><Relationship Id="rId1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12 Aug 2026, 16:00 COT (13 Aug 06:00 JST), about 56 hours after the earthquake. UNGRD's consolidated report covers 14 departments and 403 municipalities: 239 deaths, 3,755 injured, 287 missing, 140 buildings collapsed, 24,324 families (49,214 people) affected and about 54,000 homes damaged or destroyed. All figures are preliminary; the territorial damage and needs assessment (EDAN) is still under way.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Adding up the departmental and city announcements gives 254 deaths - Pereira 101, Cali 95 - ahead of the national consolidation, which media attribute to the central government being slower to update.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catalogue, 34 hours after the mainshock: 60 below M2.0, 76 at M2.0-2.9, 10 at M3.0-3.9, one at M4.0-4.9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The SGC located 147 events in the 34 hours after the mainshock. Only one exceeded M4.0 - the M4.8 that followed 44 minutes later - and 92% were below M3.0, so no aftershock has come close to the mainshock in size. Ninety-six of the 147 lie at 60 km depth or more within 80 km of the epicentre: that subset is the intraslab sequence itself, and its cumulative curve tracks the SGC's published aftershock totals. The remainder is background seismicity the same catalogue records, which is why a raw catalogue count runs ahead of the official aftershock figure. A modest, quickly-decaying sequence is what an intermediate-depth rupture is expected to produce.</a:t>
            </a:r>
            <a:endParaRPr lang="en-US" sz="9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239</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3,755</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287</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consolidated report, 12 August, covering 14 departments and 403 municipalities. Medicina Legal had received 202 bodies at 07:00 that day, 121 of them identified. Homes: 9,215 destroyed and 45,457 seriously damaged.</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Five counts of the same thing are in circulation on 12 August, differing by scope and by how fast each updates: 254 from adding up the departmental and city announcements (Pereira 101, Cali 95), 239 from UNGRD across 14 departments and 403 municipalities, 234 from Asocapitales for the capital cities, 202 bodies received by Medicina Legal with 121 identified, and 181 quoted as the central government's own balance. The local figures lead because departments and cities update faster than the national consolidation. Cite UNGRD's 239 as the official national figure; read 254 as where it is heading and 202 as the forensically confirmed floor. The chart is the President's 11 August breakdown (181) and shows the shape of the distribution, not a current tally.</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287</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287 and 3,653 are not the same measure and neither is wrong. 287 is what UNGRD holds as reported missing on 12 August, up from 195 the day before; it is tied to search sites and official reports.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Expect the platform figure to fall as communications return, and the official figure to keep rising as reports are verified. Cite 287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239 (UNGRD, 12 Aug). Adding up what the departments and cities have announced gives 254 (Pereira 101, Cali 95); Asocapitales counts 234 in the capital cities; Medicina Legal had received 202 bodies at 07:00 that day, 121 identified. The central government's own balance has been quoted at 181.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departmental and municipal governments via media; Asocapitales; INMLCF</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3,755 (UNGRD, 12 Aug), up from 2,542 the day before. Most are being treated in Valle del Cauca, Risaralda, Quindío and Chocó. Asocapitales counts 1,677 in the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287 (UNGRD, 12 Aug), up from 195 the day before. Four children remain missing under a collapsed school in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 (as of 20:00 COT on 11 Aug), including a woman recovered in Cali almost 30 hours after the earthquake and a baby pulled from an apartment block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Provisional national balance,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403 municipalities across 14 departments (UNGRD, 12 Aug), against “more than 20”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24,324 families - 49,214 people - directly affected (UNGRD, 12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About 54,000: 9,215 destroyed and 45,457 seriously damaged (UNGRD, 12 Aug), against 15,568 the day before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45,457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9,215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140 nationally (UNGRD, 12 Aug), against more than 80 on 11 Aug and 61 on 10 Aug. Asocapitales counts 243 collapsed structures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damaged (UNGRD, 11 Aug), up from 18 on 10 Aug;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damaged (UNGRD, 11 Aug), up from 52 on 10 Aug;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damaged (UNGRD, 11 Aug), up from 17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roads damaged (UNGRD, 11 Aug), up from 18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and operations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920" dirty="0"/>
          </a:p>
          <a:p>
            <a:pPr algn="l" marL="342900" indent="-342900">
              <a:buSzPct val="100000"/>
              <a:buChar char="•"/>
            </a:pPr>
            <a:r>
              <a:rPr lang="en-US" sz="92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An economic emergency decree is being prepared, with international credit and tax relief under consideration.</a:t>
            </a:r>
            <a:endParaRPr lang="en-US" sz="92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From offers to acceptance
</a:t>
            </a:r>
            <a:pPr algn="l" indent="0" marL="0">
              <a:buNone/>
            </a:pPr>
            <a:r>
              <a:rPr lang="en-US" sz="950" dirty="0">
                <a:solidFill>
                  <a:srgbClr val="7A2E0E"/>
                </a:solidFill>
                <a:latin typeface="Calibri" pitchFamily="34" charset="0"/>
                <a:ea typeface="Calibri" pitchFamily="34" charset="-122"/>
                <a:cs typeface="Calibri" pitchFamily="34" charset="-120"/>
              </a:rPr>
              <a:t>For two days Colombia took money and satellite mapping but not foreign rescuers, and the UN had no formal request. That changed on 12 August: with the missing count at 287 and about 54,000 homes damaged, the Government accepted USAR teams from Israel, Ecuador, El Salvador and the United States - and specified INSARAG classification as the condition, which is the right filter for teams that must be self-sufficient and interoperable. The lesson is not that the delay was a mistake but that the threshold is national capacity: under Ley 1523 the response is Colombia's to direct, and the request came when the search caseload outran the teams available.</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at least 254 dead as the search continues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12 Aug 2026, 16:00 COT (13 Aug 06:00 JST), about 56 hours after the earthquake. UNGRD's consolidated report covers 14 departments and 403 municipalities: 239 deaths, 3,755 injured, 287 missing, 140 buildings collapsed, 24,324 families (49,214 people) affected and about 54,000 homes damaged or destroyed. All figures are preliminary; the territorial damage and needs assessment (EDAN) is still under way.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2026-08-12T22:34:13Z</dcterms:created>
  <dcterms:modified xsi:type="dcterms:W3CDTF">2026-08-12T22:34:13Z</dcterms:modified>
</cp:coreProperties>
</file>