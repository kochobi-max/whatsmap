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 Type="http://schemas.openxmlformats.org/officeDocument/2006/relationships/image" Target="../media/image-26-1.png"/><Relationship Id="rId14" Type="http://schemas.openxmlformats.org/officeDocument/2006/relationships/slideLayout" Target="../slideLayouts/slideLayout1.xml"/><Relationship Id="rId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In its 13:00 COT balance on 10 August the Government reported 111 deaths and 87 injured — a toll that media reporting had raised to 132 by the evening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sits far above the 111 deaths reported nine hours after the event — the gap is normal at this stage and narrows as ground truth replaces modelled losses.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reviewed: 16 km W of San José del Palmar, depth 98.5 km — 44 minutes after the mainshock and at the same intermediate depth. Other agencies report 5.0-5.7 for this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Reported by the regional agencies IGC (M4.7) and INET (M4.3); it does not appear in the USGS catalogue at the M2.5 threshold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two aftershocks listed on the SGC event bulletin; the M4.8 was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no consolidated official count had been published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Three independent catalogues - the USGS FDSN service, the EMSC SeismicPortal and the SGC's public query tools - return the same two events for this region: the mainshock and a single mb 5.0 aftershock 44 minutes later. The SGC bulletin adds M4.8 and M2.8 and media reported more than 20 events during the day, but those smaller shocks are not publicly retrievable: they sit below the global catalogues' completeness here, and the SGC's reviewed catalogue ends on 28 February 2018. A sparse sequence of larger aftershocks is what an intermediate-depth intraslab rupture is expected to produce; but an M5 while search and rescue is under way is enough to bring down structures the mainshock already weakened.</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availability, checked 11 Aug 2026: USGS FDSN event service (region 3-7 N / 78-74.5 W, from the origin time; query.csv in this repository) and EMSC SeismicPortal FDSN each return two events at M2.5+ and at M2+; the SGC's public catalogue viewer and expert query form serve only the reviewed historical catalogue (1 Jun 1993 - 28 Feb 2018) and return nothing for 2026. No time-series plot is drawn because no time series is publicly available - the sparseness is the finding.</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bulletin and FDSN event service</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President's figure; the department government had reported 12 dead and 84 injured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the Presidency at different times and do not sum to the national total; the national toll itself moved from 111 at 13:00 COT to 132 by the evening of 10 August. They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(media, evening of 10 Aug). The Government's 13:00 COT balance was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(CNN live updates); Presidency / UNGRD for the 13:00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nationally (Government, 13:00 COT). In Chocó alone the President later reported 119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Presidency (Chocó figure)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quantified. Four people had been rescued alive from the rubble by the evening of 10 August; searches continued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across Chocó, Risaralda, Caldas, Valle del Cauca, Quindío and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are moving as expected. The national toll went from 111 in the Government's 13:00 COT balance to 132 by the evening, and the Chocó department figure from 12 to 13 deaths with injuries revised from 84 to 119 — while the building-damage counts stayed at their first-look values. Rapid increases over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22:00 COT (11 Aug 12:00 JST), about 14 hours after the earthquake. The Government's consolidated balance (111 deaths, 87 injured) is its 13:00 COT figure; the later toll of 132 is from media reporting.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2026-08-11T03:39:03Z</dcterms:created>
  <dcterms:modified xsi:type="dcterms:W3CDTF">2026-08-11T03:39:03Z</dcterms:modified>
</cp:coreProperties>
</file>