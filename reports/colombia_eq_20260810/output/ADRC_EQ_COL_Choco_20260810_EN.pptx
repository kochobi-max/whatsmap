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3-1.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4-1.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 Type="http://schemas.openxmlformats.org/officeDocument/2006/relationships/image" Target="../media/image-34-1.png"/><Relationship Id="rId10" Type="http://schemas.openxmlformats.org/officeDocument/2006/relationships/slideLayout" Target="../slideLayouts/slideLayout1.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UNGRD's running balance of 14-15 Aug 2026 COT, about five days after the earthquake: 288 deaths, 4,018 injured, 202 missing, 354 rescued alive, 45,523 families (102,263 people) affected in 15 departments and 426 municipalities, 12,828 homes destroyed and 73,455 damaged, 121 buildings collapsed. Several counts have been revised downwards as the damage and needs assessment consolidates duplicate records. All figures are preliminary. The SGC had located 184 aftershocks by 07:00 on 14 August.</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288</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4,018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202</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UNGRD's running balance of 14-15 August. 45,523 families (102,263 people) affected in 15 departments and 426 municipalities; 12,828 homes destroyed and 73,455 damaged; 354 people rescued alive. Missing fell from 378 to 202 in a second reconciliation of the Fiscalía's register; affected families, homes and collapsed buildings were also revised down as duplicate assessment records were consolidated.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288 on 14-15 August, from UNGRD's running balance; it passed through 287 at the 09:00 cut on 14 August, 285 at 06:30 that morning, 281 late on 13 August and 273 that morning. Medicina Legal had received 250 bodies with 227 recognised at the 13 August reading. Cite 288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202</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202 and 3,653 are not the same measure and neither is wrong. 202 is the official register held by the Fiscalía General de la Nación as reported by UNGRD on 14-15 August; it has now fallen twice - 496 to 377 on 13 August, 378 to 202 on 14-15 August - and both falls are reports being reconciled against the register, not people being found. Search and rescue has recovered 354 people alive.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both figures to move in steps rather than smoothly. Cite 202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288 (UNGRD, 14-15 Aug), from 287 at the 09:00 cut on 14 Aug, 285 at 06:30 that morning, 281 late on 13 Aug and 273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4,018 (UNGRD, 14-15 Aug), from 3,975 at the 09:00 cut on 14 Aug and 3,824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202 (UNGRD, 14-15 Aug), down from 378 at the 09:00 cut on 14 Aug and 377 on 13 Aug. This is the second consecutive fall and, like the first, it is the Fiscalía's register being reconciled - reports resolved or found to be duplicates - not people being located in the rubble. 354 people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354 (UNGRD, 14 Aug), up from 243 on 11 Aug. They include a woman recovered in Cali almost 30 hours after the earthquake, a woman freed in Pereira after 36 hours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426 municipalities across 15 departments (UNGRD, 14-15 Aug); the 09:00 cut on 14 Aug gave 437, and 403 across 14 departments was the figure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45,523 families - 102,263 people - affected (UNGRD, 14-15 Aug). The 09:00 cut on 14 Aug gave 56,448 families and 135,179 people; the lower figure is the assessment consolidating records, not people ceasing to be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86,283: 12,828 destroyed and 73,455 damaged (UNGRD, 14-15 Aug). The 09:00 cut on 14 Aug gave 13,077 destroyed and 79,108 damaged, and 13 Aug gave 87,457 in total.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73,455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12,828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121 nationally (UNGRD, 14-15 Aug), revised down from 172 on 13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damaged (UNGRD, 14-15 Aug), up from 216 on 13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affected (UNGRD, 14-15 Aug), against 2,198 on 13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damaged (UNGRD, 14-15 Aug), against 825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roads damaged (UNGRD, 14-15 Aug), up from 77 on 11 Aug and 18 on 10 Aug; 44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aqueducts damaged (UNGRD, 14-15 Aug)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880" dirty="0"/>
          </a:p>
          <a:p>
            <a:pPr algn="l" marL="342900" indent="-342900">
              <a:buSzPct val="100000"/>
              <a:buChar char="•"/>
            </a:pPr>
            <a:r>
              <a:rPr lang="en-US" sz="88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88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UNGRD's running balance of 14-15 Aug 2026 COT, about five days after the earthquake: 288 deaths, 4,018 injured, 202 missing, 354 rescued alive, 45,523 families (102,263 people) affected in 15 departments and 426 municipalities, 12,828 homes destroyed and 73,455 damaged, 121 buildings collapsed. Several counts have been revised downwards as the damage and needs assessment consolidates duplicate records. All figures are preliminary. The SGC had located 184 aftershocks by 07:00 on 14 August.</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2026-08-15T08:07:22Z</dcterms:created>
  <dcterms:modified xsi:type="dcterms:W3CDTF">2026-08-15T08:07:22Z</dcterms:modified>
</cp:coreProperties>
</file>