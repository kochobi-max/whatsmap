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5-1.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6-1.png"/><Relationship Id="rId15" Type="http://schemas.openxmlformats.org/officeDocument/2006/relationships/slideLayout" Target="../slideLayouts/slideLayout1.xm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27-1.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and the Foreign Minister issues a message saying the Government of Japan is ready to provide the assistance required.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 Cali is now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nationally (UNGRD, 11 Aug). Cali city officials report 230 people trapped and 88 rescued in that city; four children are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city officials report 107 collapsed in that city alone, with 643 more structurally damaged and 18 under evacuation order;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Japan: on 11 August the Prime Minister, Takaichi Sanae, posted condolences - “Japan stands with Colombia in this difficult time” - and the Foreign Minister issued a message stating that the Government of Japan is ready to provide the assistance required. No dispatch of the Japan Disaster Relief team or emergency grant aid had been announced at the time of writing.</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2026-08-12T00:09:02Z</dcterms:created>
  <dcterms:modified xsi:type="dcterms:W3CDTF">2026-08-12T00:09:02Z</dcterms:modified>
</cp:coreProperties>
</file>