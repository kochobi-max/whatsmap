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4"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35-1.png"/><Relationship Id="rId15" Type="http://schemas.openxmlformats.org/officeDocument/2006/relationships/slideLayout" Target="../slideLayouts/slideLayout1.xml"/><Relationship Id="rId1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www.infobae.com/colombia/2026/08/17/terremoto-en-colombia-ungrd-explica-la-reduccion-en-el-registro-de-fallecidos-y-desaparecidos/" TargetMode="External"/><Relationship Id="rId7"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8" Type="http://schemas.openxmlformats.org/officeDocument/2006/relationships/hyperlink" Target="https://www.infobae.com/colombia/2026/08/17/china-envia-80-toneladas-de-ayuda-a-colombia-tras-el-terremoto-asi-es-el-cargamento-que-llegara-a-bogota/" TargetMode="External"/><Relationship Id="rId9" Type="http://schemas.openxmlformats.org/officeDocument/2006/relationships/hyperlink" Target="https://www.semana.com/nacion/articulo/se-cumple-una-semana-del-fuerte-terremoto-que-estremecio-a-colombia-sgc-aclaro-todo-sobre-las-replicas/202600/" TargetMode="External"/><Relationship Id="rId10" Type="http://schemas.openxmlformats.org/officeDocument/2006/relationships/hyperlink" Target="https://bogota.gov.co/mi-ciudad/gobierno/ya-van-1174-toneladas-de-ayudas-y-donaciones-de-bogota-por-terremoto" TargetMode="External"/><Relationship Id="rId11" Type="http://schemas.openxmlformats.org/officeDocument/2006/relationships/hyperlink" Target="https://laopinion.co/colombia/terremoto-en-colombia-deja-304-muertos-4548-heridos-y-426-desaparecidos" TargetMode="External"/><Relationship Id="rId12" Type="http://schemas.openxmlformats.org/officeDocument/2006/relationships/hyperlink" Target="https://www.eluniversal.com.co/colombia/2026/08/18/terremoto-en-colombia-desaparecidos-aumentan-drasticamente-segun-ultimo-balance/" TargetMode="External"/><Relationship Id="rId1" Type="http://schemas.openxmlformats.org/officeDocument/2006/relationships/image" Target="../media/image-36-1.png"/><Relationship Id="rId13" Type="http://schemas.openxmlformats.org/officeDocument/2006/relationships/slideLayout" Target="../slideLayouts/slideLayout1.xml"/><Relationship Id="rId1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06:30 COT cut-off on 18 Aug 2026, eight days after the earthquake: 304 deaths, 4,548 injured, 426 missing, 356 rescued alive, 123,789 families (292,043 people) affected in 472 municipalities across 15 departments, 29,554 homes destroyed and 134,342 damaged, 267 buildings collapsed and 5,808 damaged. The SGC had located 325 aftershocks by 17 August. UNGRD attributes the movement in these counts to verification and consolidation of figures reported from the territories. All figures are preliminary; quote the cut-off with the number.</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(10-18 August)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(10-18 August)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(10-18 August)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(10-18 August)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reports 184 aftershocks located since the mainshock, 15 of them above M3.0 and 2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for the missing while more than 100,000 people affected await assistance; in El Cairo (Valle del Cauca) 80% of the houses are reported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explains the reductions in its registers: five names left the list of the dead and 177 the consolidated missing list because the same person could appear in several territorial reports and be counted more than once during verification; the change does not necessarily correspond to new findings. The Foreign Ministry reports 222.5 tonnes of humanitarian aid and 144 members of international teams received, and says no country has been excluded; China announces 80 tonnes.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Cancillería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week on, the SGC reports 325 aftershocks located: San José del Palmar 111, El Litoral del San Juan 67, Sipí 61, at an average depth of about 100 km. The largest remains the M4.8 of 10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18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304 dead, 4,548 injured, 426 missing, 356 rescued alive; 123,789 families (292,043 people) affected in 472 municipalities across 15 departments; 29,554 homes destroyed and 134,342 damaged; 267 buildings collapsed and 5,808 damaged; 303 health, 3,443 educational and 3,905 community facilities. Deaths and missing both rise after several days of falling.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17 Aug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325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running total one week on: 325 aftershocks, against 184 by 07:00 on 14 August and 103 at 15:00 on 11 August. By municipality: San José del Palmar 111, El Litoral del San Juan (Docordó) 67, Sipí 61. Average depth about 100 km, and the largest remains the M4.8 of 10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A modest, quickly-decaying sequence is what an intermediate-depth rupture is expected to produce - but the 13 August event shows that shaking able to stop rescue work continues. The SGC's published total reached 184 by 07:00 on 14 August, of which 15 above M3.0 and 2 above M4.0, and 325 by the 17 August cut-off - a rate consistent with the catalogue extract and with normal decay. They cluster around the epicentre at an average depth of about 100 km - the slab, not the crust.</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304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4,548</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426</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with a 06:30 COT cut-off on 18 August. 123,789 families (292,043 people) affected in 472 municipalities across 15 departments; 29,554 homes destroyed and 134,342 damaged; 267 buildings collapsed; 356 rescued alive. Deaths rose 287 to 304 and missing 194 to 426 - the highest of the emergency - after several days of falling. Quote the cut-off with the number.</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Chocó closed its search phase on 12 Aug; the department reports 14 dead and 138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is 304 at the 06:30 cut on 18 August, up from 287 on the evening of 16 August. The series ran 273 (13 Aug), 281, 285, 287, 288, 294, 289, 287 and now 304, and UNGRD attributes the movement in either direction to verification and consolidation of figures reported from the territories. Medicina Legal had received 250 bodies with 227 recognised at the 13 August reading. Cite 304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426</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426 and 3,653 are not the same measure and neither is wrong. 426 is the official count reported by UNGRD with a 06:30 cut-off on 18 August, drawn from the Fiscalía's register, and it is the highest reading of the emergency. The series has run 496, 377, 378, 202, 320, 143, 194 and now 426, moving in both directions because reports are filed, resolved and de-duplicated at the same time; UNGRD attributes the movement to verification and consolidation of figures sent from the territories. A rise is not proof that more people are trapped, any more than the earlier falls were people found: the count that measures people found is rescued alive, 356, and Chocó closed its search phase on 12 August.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Cite 426 with its cut-off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304 (UNGRD, 06:30 cut on 18 Aug), up from 287 on the evening of 16 Aug - the largest single step since the first days. The series ran 273, 281, 285, 287, 288, 294, 289, 287 and now 304. Chocó, Risaralda and Valle del Cauca remain the worst affected. On 17 August UNGRD explained the earlier reductions: five names had left the register of the dead and 177 the consolidated missing list because the same person could appear in several territorial reports and be counted more than once while the information was being verified.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4,548 (UNGRD, 06:30 cut on 18 Aug), up from 4,147 on the evening of 16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426 (UNGRD, 06:30 cut on 18 Aug), up sharply from 194 on the evening of 16 Aug and the highest reading of the emergency. The series has run 496, 377, 378, 202, 320, 143, 194 and now 426: reports are filed, resolved and de-duplicated at the same time, and UNGRD attributes the movement to verification of territorial reports. It is not a measure of how many people are still under rubble; 356 have been rescued alive and Chocó closed its search phase on 12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356 (UNGRD, 06:30 cut on 18 Aug). They include a woman recovered in Cali almost 30 hours after the earthquake, a woman freed in Pereira after 36 hours, a baby pulled from an apartment block and the family of four found alive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472 municipalities in 15 departments (UNGRD, 18 Aug), unchanged from 16 Aug, against 403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123,789 families - 292,043 people - affected (UNGRD, 06:30 cut on 18 Aug), against 120,671 families (185,996 people) on 16 Aug. The people figure rose by more than half while families rose by 3%, so the household size behind the count has changed as the assessment reaches rural municipalities.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163,896: 29,554 destroyed and 134,342 damaged (UNGRD, 06:30 cut on 18 Aug), against 154,000 on 16 Aug - the assessment reaching further, not new damage. In El Cairo, a coffee town in the mountains of Valle del Cauca, 80% of the houses were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134,342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29,554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267 collapsed and 5,808 damaged (UNGRD, 06:30 cut on 18 Aug), against 197 collapsed on 16 Aug; the collapsed count has moved 172, 121, 66, 197 and now 267 as structures are inspected and reclassified. Asocapitales counts 243 collapsed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303 damaged (UNGRD, 06:30 cut on 18 Aug), against 304 on 16 Aug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3,443 affected (UNGRD, 06:30 cut on 18 Aug), against 3,207 on 16 Aug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3,905 damaged (UNGRD, 06:30 cut on 18 Aug), against 4,059 on 16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roads damaged (UNGRD, 18:30 cut on 16 Aug), up from 210 that morning and 18 on 10 Aug; 48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aqueducts damaged (UNGRD, 18:30 cut on 16 Aug), up from 73 that morning,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Three days of national mourning declared by Decree 1172 from 12 August, with the flag at half-mast on all public buildings and at Colombian embassies and consulates abroad.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Bogotá's collection drive had moved 1,174 tonnes of food, hygiene items and habitat kits to five departments by 16 August, with 900 units of blood, 45 engineers, 18 water-utility staff and 10 debris vehicles. Domestic solidarity, counted separately from international aid.</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By 17 August the Foreign Ministry reported 222.5 tonnes of humanitarian aid and 144 members of international teams received, stating that assistance arrived promptly and without restrictions in Chocó, Valle del Cauca and the Coffee Triangle. Delivered so far: El Salvador 100 t, Mexico 58.5 t, Chile 50 t, Peru 14 t. In preparation: Paraguay about 52 t, India 20 t, Guatemala 1,600 food kits and 3,000 hygiene kits (about 30 t), Luxembourg 75 family tents and four multipurpose tents, Germany 2,500 water filters and 3,000 kitchen kits, Sweden 150 family tents and 360 blankets. China announced 80 tonnes on 17 August. The Foreign Minister said no country had been excluded.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Rescue was filtered; relief was not
</a:t>
            </a:r>
            <a:pPr algn="l" indent="0" marL="0">
              <a:buNone/>
            </a:pPr>
            <a:r>
              <a:rPr lang="en-US" sz="950" dirty="0">
                <a:solidFill>
                  <a:srgbClr val="7A2E0E"/>
                </a:solidFill>
                <a:latin typeface="Calibri" pitchFamily="34" charset="0"/>
                <a:ea typeface="Calibri" pitchFamily="34" charset="-122"/>
                <a:cs typeface="Calibri" pitchFamily="34" charset="-120"/>
              </a:rPr>
              <a:t>The two channels can now be quantified separately, and that is the finding. Search and rescue was opened to four countries only - the United States, Israel, Ecuador and El Salvador - on stated criteria of INSARAG classification, self-sufficiency and speed, even though offers came from at least seventeen and several of the others hold the same classification. Relief was not filtered: by 17 August the Foreign Ministry counted 222.5 tonnes delivered and 144 international team members received, from El Salvador, Mexico, Chile and Peru, with Paraguay, India, Guatemala, Luxembourg, Germany, Sweden and China in the pipeline and about USD 1.3 billion in offers on the table. The Foreign Minister says no country has been excluded. Both statements hold at once because they describe different things, and the distinction is what to carry away: rescue teams work inside a national command structure and must be certified and self-sufficient to be useful, while relief goods do not. Under Ley 1523 the response is Colombia's to direct - and a country that narrows the operational field this far should still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aftershocks since 10 August (14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live coverage of rescue and recovery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15 August: 294 dead, 3,935 injured, 320 missing, 353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dead and 81,506 homes damaged, official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Decree 1172: three days of national mourning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the governor of Chocó ends the department's search-and-rescue phase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16 August: 289 dead, 4,187 injured, 143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dead, 143 missing and more than 185,000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UNGRD reduces the death and missing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UNGRD balance of 16 August evening: 287 dead, 4,147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lowers the death toll and raises the injured count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UNGRD explains the reduction in the registers of dead and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Foreign Ministry: 220+ tonnes of aid and 144 international team members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China sends 80 tonnes of aid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one week on: everything about the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Bogotá — 1,174 tonnes of aid collected for the affected municipalities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Opinión — UNGRD balance of 18 August: 304 dead, 4,548 injured, 426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https://laopinion.co/colombia/terremoto-en-colombia-deja-304-muertos-4548-heridos-y-426-desaparecidos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Universal — the missing count rises sharply in the latest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https://www.eluniversal.com.co/colombia/2026/08/18/terremoto-en-colombia-desaparecidos-aumentan-drasticamente-segun-ultimo-balance/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06:30 COT cut-off on 18 Aug 2026, eight days after the earthquake: 304 deaths, 4,548 injured, 426 missing, 356 rescued alive, 123,789 families (292,043 people) affected in 472 municipalities across 15 departments, 29,554 homes destroyed and 134,342 damaged, 267 buildings collapsed and 5,808 damaged. The SGC had located 325 aftershocks by 17 August. UNGRD attributes the movement in these counts to verification and consolidation of figures reported from the territories. All figures are preliminary; quote the cut-off with the number.</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2026-08-18T23:09:03Z</dcterms:created>
  <dcterms:modified xsi:type="dcterms:W3CDTF">2026-08-18T23:09:03Z</dcterms:modified>
</cp:coreProperties>
</file>