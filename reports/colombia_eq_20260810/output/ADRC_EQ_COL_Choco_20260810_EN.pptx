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 Type="http://schemas.openxmlformats.org/officeDocument/2006/relationships/image" Target="../media/image-36-1.png"/><Relationship Id="rId10" Type="http://schemas.openxmlformats.org/officeDocument/2006/relationships/slideLayout" Target="../slideLayouts/slideLayout1.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19:00 COT cut-off on 18 Aug 2026: 312 deaths, 4,611 injured, 290 missing, 356 rescued alive, 123,789 families (292,043 people) affected in 472 municipalities across 15 departments, 29,548 homes destroyed and 134,124 damaged, 267 buildings collapsed. The President has put preliminary direct physical losses at about COP 30 trillion (USD 9.6 billion) across five departments. The SGC had located 325 aftershocks by 17 August. All figures are preliminary; quote the cut-off with the number.</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Adding up the departmental and city announcements gives 254 deaths - Pereira 101, Cali 95 - ahead of the national consolidation, which media attribute to the central government being slower to update.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From the Palacio de San Carlos the President announces UNGRD's updated balance: 265 deaths, 3,494 injured, 496 missing, 25,872 families (53,816 people) affected, 11,347 homes destroyed and 53,526 damaged, 1,819 educational centres and 631 community facilities affected. He also announces the declaration of an economic emergency.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 M4.2 aftershock strikes San José del Palmar at 95 km depth, about 20 km from the mainshock epicentre. Felt in Pereira, Manizales, Medellín and Bogotá; search-and-rescue work is halted temporarily. It is the second aftershock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Aug AM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director gives a new balance: 273 dead, 3,824 injured, 377 missing, 40,753 families (97,515 people) affected, 12,584 homes destroyed and 74,873 damaged, 172 buildings collapsed, 2,198 educational and 825 community facilities, 216 health facilities, 71 aqueducts, 29 banking offices and five airports. Medicina Legal has received 250 bodies, 227 recognised.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09:00 cut: 287 dead, 3,975 injured, 378 missing, 354 rescued alive; 56,448 families (135,179 people) affected in 15 departments and 437 municipalities; 13,077 homes destroyed and 79,108 damaged; 121 buildings collapsed. Confined-space search continues with the certified international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sends 20 tonnes of humanitarian supplies; Norway allocates NOK 10 million and Sweden SEK 5 million through UNHCR; Spain, Italy, Chile, Mexico, Turkey, Brazil and the World Bank also send or announce support. The Interior Minister says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donors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Running balance: 288 dead, 4,018 injured, 202 missing, 354 rescued alive; 45,523 families (102,263 people) affected in 15 departments and 426 municipalities; 12,828 homes destroyed and 73,455 damaged; 121 buildings collapsed; 240 health, 2,205 educational and 1,208 community facilities; 210 roads, 73 aqueducts, 44 road bridges, 13 footbridges and five airports. The falls against the 09:00 cut are duplicate assessment records being consolidated.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Aug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reports 184 aftershocks located since the mainshock, 15 of them above M3.0 and 2 above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for the missing while more than 100,000 people affected await assistance; in El Cairo (Valle del Cauca) 80% of the houses are reported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(10-18 August)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294 dead, 3,935 injured, 320 missing, 353 people and 188 animals rescued alive; 54,008 families (115,461 people) affected; 448 municipalities reporting damage; 14,493 homes destroyed and 81,506 damaged; 66 buildings collapsed. Chocó, Risaralda and Valle del Cauca are the worst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Decree 1172 declares three days of national mourning from 12 August, flags at half-mast at home and in Colombian missions abroad. The same night the governor of Chocó ends the department's search-and-rescue phase after the last family sought in Quibdó, four people, is found alive.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07:30 cut-off: 289 dead, 4,187 injured, 143 missing, 354 people and 510 animals rescued alive; 120,238 families (185,016 people) affected across 450 municipalities in 15 departments; 26,945 homes destroyed and 127,557 damaged; 66 buildings collapsed. UNGRD states that the variations come from verifying and consolidating figures reported by the territories, some of which had been sent unverified.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Aug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an 18:30 cut-off: 287 dead, 4,147 injured, 194 missing, 355 people and 496 animals rescued alive; 120,671 families (185,996 people) affected across 472 municipalities in 15 departments; 26,392 homes destroyed and 127,608 damaged; 197 buildings collapsed; 304 health, 3,207 educational and 4,059 community facilities; 410 roads, 95 aqueducts, 48 road bridges, 13 footbridges and five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explains the reductions in its registers: five names left the list of the dead and 177 the consolidated missing list because the same person could appear in several territorial reports and be counted more than once during verification; the change does not necessarily correspond to new findings. The Foreign Ministry reports 222.5 tonnes of humanitarian aid and 144 members of international teams received, and says no country has been excluded; China announces 80 tonnes.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week on, the SGC reports 325 aftershocks located: San José del Palmar 111, El Litoral del San Juan 67, Sipí 61, at an average depth of about 100 km.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Aug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06:30 cut-off: 304 dead, 4,548 injured, 426 missing, 356 rescued alive; 123,789 families (292,043 people) affected in 472 municipalities across 15 departments; 29,554 homes destroyed and 134,342 damaged; 267 buildings collapsed and 5,808 damaged; 303 health, 3,443 educational and 3,905 community facilities. Deaths and missing both rise after several days of falling.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Aug 19:00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balance with a 19:00 cut-off: 312 dead, 4,611 injured, 290 missing, 356 rescued alive; 29,548 homes destroyed and 134,124 damaged. In his first address on the disaster the President puts preliminary direct physical losses at about COP 30 trillion (USD 9.6 billion) across five departments - COP 24.5 trillion in buildings, COP 5.5 trillion in infrastructure - calling it an initial evaluation that will be adjusted.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depth 95 km, about 20 km from the epicentre - the same source volume as the mainshock. Felt as far as Bogotá and strong enough to halt search-and-rescue work temporarily.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running total one week on: 325 aftershocks, against 184 by 07:00 on 14 August and 103 at 15:00 on 11 August. By municipality: San José del Palmar 111, El Litoral del San Juan (Docordó) 67, Sipí 61. Average depth about 100 km, and the largest remains the M4.8 of 10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The SGC located 147 events in the 34 hours after the mainshock. Within that window only one exceeded M4.0 - the M4.8 that followed 44 minutes later - and 92% were below M3.0; the M4.2 of 13 August is the second. No aftershock has come close to the mainshock in size. Ninety-six of the 147 lie at 60 km depth or more within 80 km of the epicentre: that subset is the intraslab sequence itself, and its cumulative curve tracks the SGC's published totals. A modest, quickly-decaying sequence is what an intermediate-depth rupture is expected to produce - but the 13 August event shows that shaking able to stop rescue work continues. The SGC's published total reached 184 by 07:00 on 14 August, of which 15 above M3.0 and 2 above M4.0, and 325 by the 17 August cut-off - a rate consistent with the catalogue extract and with normal decay. They cluster around the epicentre at an average depth of about 100 km - the slab, not the crust.</a:t>
            </a:r>
            <a:endParaRPr lang="en-US" sz="8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balance with a 19:00 COT cut-off on 18 August. 123,789 families (292,043 people) affected in 472 municipalities across 15 departments; 29,548 homes destroyed and 134,124 damaged; 267 buildings collapsed; 356 rescued alive. Two cut-offs the same day: deaths 304 then 312, missing 426 then 290. Quote the cut-off with the number.</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Chocó closed its search phase on 12 Aug; the department reports 14 dead and 138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national figure is 312 at the 19:00 cut on 18 August, after 304 at the 06:30 cut that morning and 287 on the evening of 16 August. The series ran 273 (13 Aug), 281, 285, 287, 288, 294, 289, 287, 304 and now 312, and UNGRD attributes the movement in either direction to verification and consolidation of figures reported from the territories. Medicina Legal had received 250 bodies with 227 recognised at the 13 August reading. Cite 312 with its cut-off as the official national figure. The chart is the President's 11 August breakdown (181) and shows the shape of the distribution - deaths concentrated in Risaralda (Pereira) and Valle del Cauca (Cali) - not a current tally. Cali is reported three ways as well: 97 in the President's breakdown, 85 by the mayor on 11 August and 69 in the city's own municipal report, which carries no cut-off time.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290 and 3,653 are not the same measure and neither is wrong. 290 is the official count reported by UNGRD with a 19:00 cut-off on 18 August, drawn from the Fiscalía's register; twelve hours earlier the same day it stood at 426. The series has run 496, 377, 378, 202, 320, 143, 194, 426 and now 290, moving in both directions because reports are filed, resolved and de-duplicated at the same time; UNGRD attributes the movement to verification and consolidation of figures sent from the territories. Neither a rise nor a fall is evidence about how many people are still under rubble: the count that measures people found is rescued alive, 356, and Chocó closed its search phase on 12 August.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Cite 290 with its cut-off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312 (UNGRD, 19:00 cut on 18 Aug), up from 304 at the 06:30 cut that morning and 287 on 16 Aug. The series ran 273, 281, 285, 287, 288, 294, 289, 287, 304 and now 312. Chocó, Risaralda and Valle del Cauca remain the worst affected. On 17 August UNGRD explained the earlier reductions: five names had left the register of the dead and 177 the consolidated missing list because the same person could appear in several territorial reports and be counted more than once while the information was being verified.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4,611 (UNGRD, 19:00 cut on 18 Aug), up from 4,548 that morning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290 (UNGRD, 19:00 cut on 18 Aug), down from 426 at the 06:30 cut that morning. The series has run 496, 377, 378, 202, 320, 143, 194, 426 and now 290: reports are filed, resolved and de-duplicated at the same time, and UNGRD attributes the movement to verification of territorial reports. It is not a measure of how many people are still under rubble; 356 have been rescued alive and Chocó closed its search phase on 12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356 (UNGRD, 06:30 cut on 18 Aug). They include a woman recovered in Cali almost 30 hours after the earthquake, a woman freed in Pereira after 36 hours, a baby pulled from an apartment block and the family of four found alive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municipalities in 15 departments (UNGRD, 18 Aug), unchanged from 16 Aug, against 403 on 12 Aug. Red alert continues in Cali, Pereira, Quibdó, Manizales and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123,789 families - 292,043 people - affected (UNGRD, 06:30 cut on 18 Aug), against 120,671 families (185,996 people) on 16 Aug. The people figure rose by more than half while families rose by 3%, so the household size behind the count has changed as the assessment reaches rural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163,672: 29,548 destroyed and 134,124 damaged (UNGRD, 19:00 cut on 18 Aug), essentially unchanged from that morning. The rise from 154,000 on 16 Aug was the assessment reaching further, not new damage. In El Cairo, a coffee town in the mountains of Valle del Cauca, 80% of the houses were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134,124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collapsed and 5,808 damaged (UNGRD, 06:30 cut on 18 Aug), against 197 collapsed on 16 Aug; the collapsed count has moved 172, 121, 66, 197 and now 267 as structures are inspected and reclassified. Asocapitales counts 243 collapsed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damaged (UNGRD, 06:30 cut on 18 Aug), against 304 on 16 Aug and 18 on 10 Aug; 7 health institutions closed; about 30% of the University Hospital in Cali collapsed, including three floors (paediatrics, internal medicine, part of the neonatal unit). The Interior Minister said on 14 Aug that the hospital network in Buenaventura is overwhelmed.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 Ministry of the Interior;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affected (UNGRD, 06:30 cut on 18 Aug), against 3,207 on 16 Aug and 52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damaged (UNGRD, 06:30 cut on 18 Aug), against 4,059 on 16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roads damaged (UNGRD, 18:30 cut on 16 Aug), up from 210 that morning and 18 on 10 Aug; 48 road bridges and 13 footbridges also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airports with damage in the UNGRD balance of 13 Aug; operations had been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Aug;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aqueducts damaged (UNGRD, 18:30 cut on 16 Aug), up from 73 that morning, and 29 banking offices out of service; power outages and communications disruption reported in areas near the 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Aug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Economic loss (preliminary)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About COP 30 trillion (USD 9.6 billion) in direct physical losses across Chocó, Valle del Cauca, Risaralda, Quindío and Caldas, announced by the President in his first address on the disaster: COP 24.5 trillion in buildings and COP 5.5 trillion in infrastructure, calculated by a private firm. The President called it an initial evaluation that will be adjusted as more detailed information arrives from the affected areas. BBVA independently puts direct material damage at COP 20-30 trillion (USD 6.4-9.6 billion).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18 Aug; BBVA Research</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Three days of national mourning declared by Decree 1172 from 12 August, with the flag at half-mast on all public buildings and at Colombian embassies and consulates abroad.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Chocó ended its search-and-rescue phase on the night of 12 August, the governor stating that nobody remained reported under the rubble after the last family sought in Quibdó was found alive; the department moved to care for the affected and recovery. It reports 14 dead, 138 injured and 2,791 damaged properties.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On the evening of 12 August the President announced the declaration of an economic emergency, a constitutional mechanism intended to speed up the response.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Bogotá's collection drive had moved 1,174 tonnes of food, hygiene items and habitat kits to five departments by 16 August, with 900 units of blood, 45 engineers, 18 water-utility staff and 10 debris vehicles. Domestic solidarity, counted separately from international aid.</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is taking INSARAG-classified USAR teams from four countries only - the United States, Israel, Ecuador and El Salvador - on the stated grounds that they are internationally certified, work to INSARAG standards under UN coordination, and are fully self-sufficient, so they place no additional burden on municipal administrations. Their role is to support the Colombian USAR teams already deployed. The Government denied reports that other offers were declined for ideological reasons; the selection has nonetheless been questioned in the Colombian press.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By 17 August the Foreign Ministry reported 222.5 tonnes of humanitarian aid and 144 members of international teams received, stating that assistance arrived promptly and without restrictions in Chocó, Valle del Cauca and the Coffee Triangle. Delivered so far: El Salvador 100 t, Mexico 58.5 t, Chile 50 t, Peru 14 t. In preparation: Paraguay about 52 t, India 20 t, Guatemala 1,600 food kits and 3,000 hygiene kits (about 30 t), Luxembourg 75 family tents and four multipurpose tents, Germany 2,500 water filters and 3,000 kitchen kits, Sweden 150 family tents and 360 blankets. China announced 80 tonnes on 17 August. The Foreign Minister said no country had been excluded.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Assistance broadened on 14 August beyond the four countries sending rescuers. India dispatched 20 tonnes of humanitarian supplies (medicines and medical equipment, temporary shelter and hygiene items). Norway allocated NOK 10 million (about USD 1 million) for emergency health care, water supply, disease prevention and temporary housing, and Sweden SEK 5 million (about USD 522,000) channelled through UNHCR. Spain, Italy, Chile, Mexico, Turkey, Brazil and the World Bank have also sent or announced support; the Colombian government says it has received offers worth about USD 1.3 billion in total, and lists Japan among the countries that have announced assistance.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the Colombian government lists Japan among the countries that have announced assistance, but as of this cut-off neither MOFA nor JICA has published a Japan Disaster Relief dispatch, an emergency relief goods provision or emergency grant aid. On the Japanese side what is confirmed is non-governmental: the Japanese Red Cross Society is supporting the Colombian Red Cross response, and the Nippon Foundation opened a Colombia earthquake appeal running from 12 August to 30 September.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Rescue was filtered; relief was not
</a:t>
            </a:r>
            <a:pPr algn="l" indent="0" marL="0">
              <a:buNone/>
            </a:pPr>
            <a:r>
              <a:rPr lang="en-US" sz="950" dirty="0">
                <a:solidFill>
                  <a:srgbClr val="7A2E0E"/>
                </a:solidFill>
                <a:latin typeface="Calibri" pitchFamily="34" charset="0"/>
                <a:ea typeface="Calibri" pitchFamily="34" charset="-122"/>
                <a:cs typeface="Calibri" pitchFamily="34" charset="-120"/>
              </a:rPr>
              <a:t>The two channels can now be quantified separately, and that is the finding. Search and rescue was opened to four countries only - the United States, Israel, Ecuador and El Salvador - on stated criteria of INSARAG classification, self-sufficiency and speed, even though offers came from at least seventeen and several of the others hold the same classification. Relief was not filtered: by 17 August the Foreign Ministry counted 222.5 tonnes delivered and 144 international team members received, from El Salvador, Mexico, Chile and Peru, with Paraguay, India, Guatemala, Luxembourg, Germany, Sweden and China in the pipeline and about USD 1.3 billion in offers on the table. The Foreign Minister says no country has been excluded. Both statements hold at once because they describe different things, and the distinction is what to carry away: rescue teams work inside a national command structure and must be certified and self-sufficient to be useful, while relief goods do not. Under Ley 1523 the response is Colombia's to direct - and a country that narrows the operational field this far should still expect to explain the basis in writing.</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at least 254 dead as the search continues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dead, 3,494 injured, 496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13 August: 273 dead, 3,824 injured, 377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families affected: UNGRD's new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M4.2 aftershock at San José del Palmar, 13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to receive rescue teams from the US, Israel, Ecuador and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14 August: 287 dead, 3,975 injured, 378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live: the toll rises to 288, more than 4,000 injured and 202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international assistance grows: India, Norway, Sweden and Spain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Italy, India, Spain, Chile and the World Bank among those sending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Japanese Red Cross Society — Colombian Red Cross response to the M7.4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why Colombia did not need foreign rescuers: 23 national USAR teams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aftershocks since 10 August (14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live coverage of rescue and recovery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15 August: 294 dead, 3,935 injured, 320 missing, 353 rescued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dead and 81,506 homes damaged, official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Decree 1172: three days of national mourning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the governor of Chocó ends the department's search-and-rescue phase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UNGRD balance of 16 August: 289 dead, 4,187 injured, 143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dead, 143 missing and more than 185,000 affected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UNGRD reduces the death and missing figures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UNGRD balance of 16 August evening: 287 dead, 4,147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lowers the death toll and raises the injured count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UNGRD explains the reduction in the registers of dead and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Foreign Ministry: 220+ tonnes of aid and 144 international team members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sends 80 tonnes of aid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one week on: everything about the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tonnes of aid collected for the affected municipalities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UNGRD balance of 18 August: 304 dead, 4,548 injured, 426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the missing count rises sharply in the latest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new balance: 312 dead, 4,611 injured and 290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five departments concentrate losses estimated at COP 30 trillion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how the COP 30 trillion loss estimate was calculated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the UNGRD balance with a 19:00 COT cut-off on 18 Aug 2026: 312 deaths, 4,611 injured, 290 missing, 356 rescued alive, 123,789 families (292,043 people) affected in 472 municipalities across 15 departments, 29,548 homes destroyed and 134,124 damaged, 267 buildings collapsed. The President has put preliminary direct physical losses at about COP 30 trillion (USD 9.6 billion) across five departments. The SGC had located 325 aftershocks by 17 August. All figures are preliminary; quote the cut-off with the number.</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2026-08-19T08:10:22Z</dcterms:created>
  <dcterms:modified xsi:type="dcterms:W3CDTF">2026-08-19T08:10:22Z</dcterms:modified>
</cp:coreProperties>
</file>