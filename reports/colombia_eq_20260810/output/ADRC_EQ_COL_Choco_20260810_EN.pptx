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4" Type="http://schemas.openxmlformats.org/officeDocument/2006/relationships/hyperlink" Target="https://www.infobae.com/colombia/2026/08/17/terremoto-en-colombia-ungrd-explica-la-reduccion-en-el-registro-de-fallecidos-y-desaparecidos/" TargetMode="External"/><Relationship Id="rId15"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1" Type="http://schemas.openxmlformats.org/officeDocument/2006/relationships/image" Target="../media/image-35-1.png"/><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infobae.com/colombia/2026/08/17/china-envia-80-toneladas-de-ayuda-a-colombia-tras-el-terremoto-asi-es-el-cargamento-que-llegara-a-bogota/" TargetMode="External"/><Relationship Id="rId3" Type="http://schemas.openxmlformats.org/officeDocument/2006/relationships/hyperlink" Target="https://www.semana.com/nacion/articulo/se-cumple-una-semana-del-fuerte-terremoto-que-estremecio-a-colombia-sgc-aclaro-todo-sobre-las-replicas/202600/" TargetMode="External"/><Relationship Id="rId4" Type="http://schemas.openxmlformats.org/officeDocument/2006/relationships/hyperlink" Target="https://bogota.gov.co/mi-ciudad/gobierno/ya-van-1174-toneladas-de-ayudas-y-donaciones-de-bogota-por-terremoto" TargetMode="External"/><Relationship Id="rId5" Type="http://schemas.openxmlformats.org/officeDocument/2006/relationships/hyperlink" Target="https://laopinion.co/colombia/terremoto-en-colombia-deja-304-muertos-4548-heridos-y-426-desaparecidos" TargetMode="External"/><Relationship Id="rId6" Type="http://schemas.openxmlformats.org/officeDocument/2006/relationships/hyperlink" Target="https://www.eluniversal.com.co/colombia/2026/08/18/terremoto-en-colombia-desaparecidos-aumentan-drasticamente-segun-ultimo-balance/" TargetMode="External"/><Relationship Id="rId7" Type="http://schemas.openxmlformats.org/officeDocument/2006/relationships/hyperlink" Target="https://www.infobae.com/colombia/2026/08/18/terremoto-en-colombia-perdidas-por-danos-llegarian-a-30-billones-segun-estimacion-preliminar/" TargetMode="External"/><Relationship Id="rId8" Type="http://schemas.openxmlformats.org/officeDocument/2006/relationships/hyperlink" Target="https://www.eltiempo.com/politica/gobierno/cinco-departamentos-concentran-perdidas-estimadas-en-30-billones-por-terremoto-segun-estimacion-revelada-por-el-presidente-abelardo-de-la-espriella-3578962" TargetMode="External"/><Relationship Id="rId9" Type="http://schemas.openxmlformats.org/officeDocument/2006/relationships/hyperlink" Target="https://www.elcolombiano.com/inicio/calculo-perdidas-terremoto-colombia-plan-milagro-JA40049330" TargetMode="External"/><Relationship Id="rId10" Type="http://schemas.openxmlformats.org/officeDocument/2006/relationships/hyperlink" Target="https://www.lafm.com.co/actualidad/terremoto-colombia-van-312-muertos-290-desaparecidos-emergencia-rescate-408294" TargetMode="External"/><Relationship Id="rId1" Type="http://schemas.openxmlformats.org/officeDocument/2006/relationships/image" Target="../media/image-36-1.png"/><Relationship Id="rId11" Type="http://schemas.openxmlformats.org/officeDocument/2006/relationships/slideLayout" Target="../slideLayouts/slideLayout1.xml"/><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19 Aug 2026: 312 deaths, 4,611 injured, 290 missing, 358 rescued alive, 143,533 families (294,503 people) affected in 470 municipalities across 15 departments, 29,548 homes destroyed and 134,124 damaged, 267 buildings collapsed. The President has put preliminary direct physical losses at about COP 30 trillion (USD 9.6 billion) across five departments. The SGC had located 325 aftershocks by 17 August. All figures are preliminary; quote the cut-off with the number.</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(10-19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(10-19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(10-19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(10-19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explains the reductions in its registers: five names left the list of the dead and 177 the consolidated missing list because the same person could appear in several territorial reports and be counted more than once during verification; the change does not necessarily correspond to new findings. The Foreign Ministry reports 222.5 tonnes of humanitarian aid and 144 members of international teams received, and says no country has been excluded; China announces 80 tonnes.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week on, the SGC reports 325 aftershocks located: San José del Palmar 111, El Litoral del San Juan 67, Sipí 61, at an average depth of about 100 km.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304 dead, 4,548 injured, 426 missing, 356 rescued alive; 123,789 families (292,043 people) affected in 472 municipalities across 15 departments; 29,554 homes destroyed and 134,342 damaged; 267 buildings collapsed and 5,808 damaged; 303 health, 3,443 educational and 3,905 community facilities. Deaths and missing both rise after several days of falling.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Aug 19:00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19:00 cut-off: 312 dead, 4,611 injured, 290 missing, 356 rescued alive; 29,548 homes destroyed and 134,124 damaged. In his first address on the disaster the President puts preliminary direct physical losses at about COP 30 trillion (USD 9.6 billion) across five departments - COP 24.5 trillion in buildings, COP 5.5 trillion in infrastructure - calling it an initial evaluation that will be adjusted.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312 dead, 4,611 injured, 290 missing, 358 rescued alive; 143,533 families (294,503 people) affected in 470 municipalities across 15 departments. Deaths and missing hold at the previous evening's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one week on: 325 aftershocks, against 184 by 07:00 on 14 August and 103 at 15:00 on 11 August. By municipality: San José del Palmar 111, El Litoral del San Juan (Docordó) 67, Sipí 61. Average depth about 100 km, and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A modest, quickly-decaying sequence is what an intermediate-depth rupture is expected to produce - but the 13 August event shows that shaking able to stop rescue work continues. The SGC's published total reached 184 by 07:00 on 14 August, of which 15 above M3.0 and 2 above M4.0, and 325 by the 17 August cut-off - a rate consistent with the catalogue extract and with normal decay. They cluster around the epicentre at an average depth of about 100 km - the slab, not the crust.</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312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4,611</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290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 06:30 COT cut-off on 19 August. 143,533 families (294,503 people) affected in 470 municipalities across 15 departments; 29,548 homes destroyed and 134,124 damaged; 267 buildings collapsed; 358 rescued alive. Deaths and missing are unchanged from the 19:00 cut the previous evening. Quote the cut-off with the number: on 18 August the same day carried 304 dead and 426 missing in the morning against 312 and 290 in the evening.</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 phase on 12 Aug;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is 312 at the 19:00 cut on 18 August, after 304 at the 06:30 cut that morning and 287 on the evening of 16 August. The series ran 273 (13 Aug), 281, 285, 287, 288, 294, 289, 287, 304 and now 312, and UNGRD attributes the movement in either direction to verification and consolidation of figures reported from the territories. Medicina Legal had received 250 bodies with 227 recognised at the 13 August reading. Cite 312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290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290 and 3,653 are not the same measure and neither is wrong. 290 is the official count reported by UNGRD with a 06:30 cut-off on 19 August, unchanged from the 19:00 cut the previous evening, drawn from the Fiscalía's register; twelve hours before that cut it stood at 426. The series has run 496, 377, 378, 202, 320, 143, 194, 426 and now 290, moving in both directions because reports are filed, resolved and de-duplicated at the same time; UNGRD attributes the movement to verification and consolidation of figures sent from the territories. Neither a rise nor a fall is evidence about how many people are still under rubble: the count that measures people found is rescued alive, 358, and Chocó closed its search phase on 12 August.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290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312 (UNGRD, 06:30 cut on 19 Aug), unchanged from the 19:00 cut the previous evening, after 304 at 06:30 on 18 Aug and 287 on 16 Aug. The series ran 273, 281, 285, 287, 288, 294, 289, 287, 304 and now 312. Chocó, Risaralda and Valle del Cauca remain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4,611 (UNGRD, 06:30 cut on 19 Aug), unchanged from the previous evening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290 (UNGRD, 06:30 cut on 19 Aug), unchanged from the 19:00 cut the previous evening, which had fallen from 426 that morning. The series has run 496, 377, 378, 202, 320, 143, 194, 426 and now 290: reports are filed, resolved and de-duplicated at the same time, and UNGRD attributes the movement to verification of territorial reports. It is not a measure of how many people are still under rubble; 358 have been rescued alive and Chocó closed its search phase on 12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19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358 (UNGRD, 06:30 cut on 19 Aug), up from 356 the day before. They include a woman recovered in Cali almost 30 hours after the earthquake, a woman freed in Pereira after 36 hours, a baby pulled from an apartment block and the family of four found alive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470 municipalities in 15 departments (UNGRD, 06:30 cut on 19 Aug), against 472 at the 06:30 cut on 18 Aug and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143,533 families - 294,503 people - affected (UNGRD, 06:30 cut on 19 Aug), against 143,470 families (294,278 people) at the 19:00 cut the previous evening. Families jumped by about 20,000 between the two cut-offs on 18 August while people barely moved, so the two are not maintained on the same basis and should not be divided into one another.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163,672: 29,548 destroyed and 134,124 damaged (UNGRD, 19:00 cut on 18 Aug), essentially unchanged from that morning. The rise from 154,000 on 16 Aug was the assessment reaching further, not new damage.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134,124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29,548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267 collapsed and 5,808 damaged (UNGRD, 06:30 cut on 18 Aug), against 197 collapsed on 16 Aug; the collapsed count has moved 172, 121, 66, 197 and now 267 as structures are inspected and reclassified. Asocapitales counts 243 collapsed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303 damaged (UNGRD, 06:30 cut on 18 Aug), against 304 on 16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3,443 affected (UNGRD, 06:30 cut on 18 Aug), against 3,207 on 16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3,905 damaged (UNGRD, 06:30 cut on 18 Aug), against 4,059 on 16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roads damaged (UNGRD, 18:30 cut on 16 Aug), up from 210 that morning and 18 on 10 Aug; 48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aqueducts damaged (UNGRD, 18:30 cut on 16 Aug), up from 73 that morning,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Economic loss (preliminary)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About COP 30 trillion (USD 9.6 billion) in direct physical losses across Chocó, Valle del Cauca, Risaralda, Quindío and Caldas, announced by the President in his first address on the disaster: COP 24.5 trillion in buildings and COP 5.5 trillion in infrastructure, calculated by a private firm. The President called it an initial evaluation that will be adjusted as more detailed information arrives from the affected areas. BBVA independently puts direct material damage at COP 20-30 trillion (USD 6.4-9.6 billion).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18 Aug; BBVA Research</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Bogotá's collection drive had moved 1,174 tonnes of food, hygiene items and habitat kits to five departments by 16 August, with 900 units of blood, 45 engineers, 18 water-utility staff and 10 debris vehicles. Domestic solidarity, counted separately from international aid.</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By 17 August the Foreign Ministry reported 222.5 tonnes of humanitarian aid and 144 members of international teams received, stating that assistance arrived promptly and without restrictions in Chocó, Valle del Cauca and the Coffee Triangle. Delivered so far: El Salvador 100 t, Mexico 58.5 t, Chile 50 t, Peru 14 t. In preparation: Paraguay about 52 t, India 20 t, Guatemala 1,600 food kits and 3,000 hygiene kits (about 30 t), Luxembourg 75 family tents and four multipurpose tents, Germany 2,500 water filters and 3,000 kitchen kits, Sweden 150 family tents and 360 blankets. China announced 80 tonnes on 17 August. The Foreign Minister said no country had been excluded.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Rescue was filtered; relief was not
</a:t>
            </a:r>
            <a:pPr algn="l" indent="0" marL="0">
              <a:buNone/>
            </a:pPr>
            <a:r>
              <a:rPr lang="en-US" sz="950" dirty="0">
                <a:solidFill>
                  <a:srgbClr val="7A2E0E"/>
                </a:solidFill>
                <a:latin typeface="Calibri" pitchFamily="34" charset="0"/>
                <a:ea typeface="Calibri" pitchFamily="34" charset="-122"/>
                <a:cs typeface="Calibri" pitchFamily="34" charset="-120"/>
              </a:rPr>
              <a:t>The two channels can now be quantified separately, and that is the finding. Search and rescue was opened to four countries only - the United States, Israel, Ecuador and El Salvador - on stated criteria of INSARAG classification, self-sufficiency and speed, even though offers came from at least seventeen and several of the others hold the same classification. Relief was not filtered: by 17 August the Foreign Ministry counted 222.5 tonnes delivered and 144 international team members received, from El Salvador, Mexico, Chile and Peru, with Paraguay, India, Guatemala, Luxembourg, Germany, Sweden and China in the pipeline and about USD 1.3 billion in offers on the table. The Foreign Minister says no country has been excluded. Both statements hold at once because they describe different things, and the distinction is what to carry away: rescue teams work inside a national command structure and must be certified and self-sufficient to be useful, while relief goods do not. Under Ley 1523 the response is Colombia's to direct - and a country that narrows the operational field this far should still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16 August: 289 dead, 4,187 injured, 143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dead, 143 missing and more than 185,000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UNGRD reduces the death and missing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UNGRD balance of 16 August evening: 287 dead, 4,147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lowers the death toll and raises the injured count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UNGRD explains the reduction in the registers of dead and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Foreign Ministry: 220+ tonnes of aid and 144 international team members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sends 80 tonnes of aid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one week on: everything about the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tonnes of aid collected for the affected municipalities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Opinión — UNGRD balance of 18 August: 304 dead, 4,548 injured, 426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Universal — the missing count rises sharply in the latest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new balance: 312 dead, 4,611 injured and 290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https://www.infobae.com/colombia/2026/08/18/terremoto-en-colombia-perdidas-por-danos-llegarian-a-30-billones-segun-estimacion-preliminar/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five departments concentrate losses estimated at COP 30 trillion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https://www.eltiempo.com/politica/gobierno/cinco-departamentos-concentran-perdidas-estimadas-en-30-billones-por-terremoto-segun-estimacion-revelada-por-el-presidente-abelardo-de-la-espriella-3578962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how the COP 30 trillion loss estimate was calculated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https://www.elcolombiano.com/inicio/calculo-perdidas-terremoto-colombia-plan-milagro-JA40049330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FM — UNGRD balance of 19 August: 312 dead, 290 missing, 358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https://www.lafm.com.co/actualidad/terremoto-colombia-van-312-muertos-290-desaparecidos-emergencia-rescate-408294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19 Aug 2026: 312 deaths, 4,611 injured, 290 missing, 358 rescued alive, 143,533 families (294,503 people) affected in 470 municipalities across 15 departments, 29,548 homes destroyed and 134,124 damaged, 267 buildings collapsed. The President has put preliminary direct physical losses at about COP 30 trillion (USD 9.6 billion) across five departments. The SGC had located 325 aftershocks by 17 August. All figures are preliminary; quote the cut-off with the number.</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2026-08-19T23:10:53Z</dcterms:created>
  <dcterms:modified xsi:type="dcterms:W3CDTF">2026-08-19T23:10:53Z</dcterms:modified>
</cp:coreProperties>
</file>