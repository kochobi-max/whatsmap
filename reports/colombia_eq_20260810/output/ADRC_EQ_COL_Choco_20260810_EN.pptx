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8-1.png"/><Relationship Id="rId16" Type="http://schemas.openxmlformats.org/officeDocument/2006/relationships/slideLayout" Target="../slideLayouts/slideLayout1.xml"/><Relationship Id="rId1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9-1.png"/><Relationship Id="rId16" Type="http://schemas.openxmlformats.org/officeDocument/2006/relationships/slideLayout" Target="../slideLayouts/slideLayout1.xml"/><Relationship Id="rId1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12 Aug 2026, 08:00 COT (22:00 JST), about 48 hours after the earthquake: at least 224 deaths, more than 2,500 injured, 243 people rescued alive and 195 reported missing to the authorities. A separate citizen platform holds 3,653 unresolved missing-person reports - a different measure, explained on the human-damage page.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224+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2,500+</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195</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Provisional national balance, 12 August. Injured include 279 transferred to hospital; 243 people have been rescued alive. Homes: 13,067 damaged and 2,501 destroyed (UNGRD, 11 Aug).</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is the President's breakdown of 11 August, which totals 181; it has not been reissued since the national toll passed 224 on 12 August, so read it as the shape of the distribution rather than a current tally - the deaths are concentrated in Risaralda (Pereira) and Valle del Cauca (Cali). UNGRD gave 182 on 11 August and the departmental and city announcements added up to 240 the same day. Cali is reported three ways: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195</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195 and 3,653 are not the same measure and neither is wrong. 195 is what the authorities hold as reported missing; it has moved by six in a day because it is tied to search sites and official reports. 3,653 is the number of people on the citizen platform “Colombia te busca” whom families have registered and not yet found - it is a community initiative, not a state register, it does not replace a report to the police or the prosecutor's office, and it will contain duplicates and people who are simply out of contact in areas without power or telephone service. Expect it to fall sharply as communications return, and expect the official figure to rise as reports are verified. Cite 195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At least 224 (provisional balance, 12 Aug); the Government has also been quoted at 240. On 11 Aug UNGRD gave 182 and the Government's 13:00 COT balance on 10 Aug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Provisional national balance, 12 Aug; UNGRD;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2,500 (12 Aug), of whom 279 were transferred to clinics and hospitals. UNGRD gave 2,542 on 11 Aug, up from 87 in the Government's 13:00 COT balance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Provisional national balance, 12 Aug;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195 (President, 12 Aug), against 189 the day before. Four children remain missing under a collapsed school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(as of 20:00 COT on 11 Aug), including a woman recovered in Cali almost 30 hours after the earthquake and a baby pulled from an apartment block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Provisional national balance,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homes affected: 13,067 damaged and 2,501 destroyed (UNGRD, 11 Aug),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city officials report 107 collapsed in that city alone, with 643 more structurally damaged and 18 under evacuation order;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920" dirty="0"/>
          </a:p>
          <a:p>
            <a:pPr algn="l" marL="342900" indent="-342900">
              <a:buSzPct val="100000"/>
              <a:buChar char="•"/>
            </a:pPr>
            <a:r>
              <a:rPr lang="en-US" sz="92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An economic emergency decree is being prepared, with international credit and tax relief under consideration.</a:t>
            </a:r>
            <a:endParaRPr lang="en-US" sz="92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the UN had received no formal request for assistance from the Colombian authorities.</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Assistance is offered; Colombia has not asked
</a:t>
            </a:r>
            <a:pPr algn="l" indent="0" marL="0">
              <a:buNone/>
            </a:pPr>
            <a:r>
              <a:rPr lang="en-US" sz="950" dirty="0">
                <a:solidFill>
                  <a:srgbClr val="7A2E0E"/>
                </a:solidFill>
                <a:latin typeface="Calibri" pitchFamily="34" charset="0"/>
                <a:ea typeface="Calibri" pitchFamily="34" charset="-122"/>
                <a:cs typeface="Calibri" pitchFamily="34" charset="-120"/>
              </a:rPr>
              <a:t>Two days in, the pattern is a large volume of offers and a government that has not converted them into requests: the UN had no formal request as of 11 August, and the bilateral help that has actually moved is money (USD 15.5 million from the United States, EUR 100,000 from the EU, USD 500,000 from CAF) plus Ecuador's USAR team and satellite mapping. Under Ley 1523 the response is Colombia's to direct, and offers are channelled through the Foreign Ministry with UNGRD; the question for the coming days is whether the search-and-rescue caseload - 230 trapped in Cali alone - outruns national capacity fast enough to change that.</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30" dirty="0"/>
          </a:p>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30" dirty="0"/>
          </a:p>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The toll multiplied as the assessment reached the damage. In 48 hours deaths went from 111 to at least 224, injured from 87 to more than 2,500, damaged homes from 1,612 to 15,568, damaged schools from 52 to 884. Nothing new happened to cause those jumps; the teams got to places they had not reached, and much of Chocó is still reachable only by boat or aircraft. Two lessons for reading early figures: the first-day numbers describe the reach of the assessment, not the size of the disaster; and where two counts of the same thing exist, check what each is counting before comparing them - the official missing figure moved from 189 to 195 while family enquiries on a citizen platform reached 3,653.</a:t>
            </a:r>
            <a:endParaRPr lang="en-US" sz="930" dirty="0"/>
          </a:p>
          <a:p>
            <a:pPr algn="l" marL="342900" indent="-342900">
              <a:buSzPct val="100000"/>
              <a:buChar char="•"/>
            </a:pPr>
            <a:r>
              <a:rPr lang="en-US" sz="93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30" dirty="0"/>
          </a:p>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30" dirty="0"/>
          </a:p>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30" dirty="0"/>
          </a:p>
          <a:p>
            <a:pPr algn="l" marL="342900" indent="-342900">
              <a:buSzPct val="100000"/>
              <a:buChar char="•"/>
            </a:pPr>
            <a:r>
              <a:rPr lang="en-US" sz="93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12 Aug 2026, 08:00 COT (22:00 JST), about 48 hours after the earthquake: at least 224 deaths, more than 2,500 injured, 243 people rescued alive and 195 reported missing to the authorities. A separate citizen platform holds 3,653 unresolved missing-person reports - a different measure, explained on the human-damage page.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2026-08-12T12:35:21Z</dcterms:created>
  <dcterms:modified xsi:type="dcterms:W3CDTF">2026-08-12T12:35:21Z</dcterms:modified>
</cp:coreProperties>
</file>