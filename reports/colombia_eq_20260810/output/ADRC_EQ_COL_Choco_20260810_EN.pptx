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 Type="http://schemas.openxmlformats.org/officeDocument/2006/relationships/image" Target="../media/image-35-1.png"/><Relationship Id="rId12" Type="http://schemas.openxmlformats.org/officeDocument/2006/relationships/slideLayout" Target="../slideLayouts/slideLayout1.xml"/><Relationship Id="rId1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06:30 COT cut-off on 15 Aug 2026, about five days after the earthquake: 294 deaths, 3,935 injured, 320 missing, 353 rescued alive, 54,008 families (115,461 people) affected, 448 municipalities reporting damage, 14,493 homes destroyed and 81,506 damaged, 66 buildings collapsed. The SGC had located 184 aftershocks by 07:00 on 14 August. Individual counts move up and down between cut-offs as records are reconciled; always cite the cut-off.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four days on: 184 aftershocks, 15 above M3.0 and 2 above M4.0. The published total was 103 at 15:00 on 11 August; the catalogue extract used for the figure holds 147 events to 17:24 on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294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3,935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320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 06:30 COT cut-off on 15 August. 54,008 families (115,461 people) affected, 448 municipalities reporting damage; 14,493 homes destroyed and 81,506 damaged; 353 people and 188 animals rescued alive. Injured fell again (4,018 to 3,935) while missing rose (202 to 320): between cut-offs these counts move in both directions as reports are filed, resolved and de-duplicated, so quote the cut-off with the number.</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reached 294 at the 06:30 cut on 15 August; it passed through 288 on 14-15 August, 287 at the 09:00 cut on 14 August, 285 that morning, 281 late on 13 August and 273 that morning. Chocó, Risaralda and Valle del Cauca remain the worst affected. Medicina Legal had received 250 bodies with 227 recognised at the 13 August reading. Cite 294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320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320 and 3,653 are not the same measure and neither is wrong. 320 is the official register held by the Fiscalía General de la Nación as reported by UNGRD with a 06:30 cut-off on 15 August. It has now moved in both directions - 496, then 377, then 378, then 202, now 320 - because reports are being filed, resolved and de-duplicated at the same time. None of the falls were people found in the rubble; the rescued-alive figure, which is what that would look like, stands at 353.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320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294 (UNGRD, 06:30 cut on 15 Aug), from 288 on 14-15 Aug, 287 at the 09:00 cut on 14 Aug and 273 on 13 Aug. Chocó, Risaralda and Valle del Cauca remain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3,935 (UNGRD, 06:30 cut on 15 Aug), against 4,018 the day before. This is the second downward revision of the injured count and, like the first, it is duplicate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 (UNGRD, 06:30 cut on 15 Aug), up from 202 the day before, which itself was down from 378. The count is the Fiscalía's register and it moves in both directions as reports are filed and reconciled; it is not a measure of how many people are still under rubble. 353 have been rescued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353 (UNGRD, 15 Aug), against 354 the day before and 243 on 11 Aug. They include a woman recovered in Cali almost 30 hours after the earthquake, a woman freed in Pereira after 36 hours and a baby pulled from an apartment block. 188 animals have also been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448 municipalities reporting damage (UNGRD, 15 Aug), against 426 the day before and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54,008 families - 115,461 people - affected (UNGRD, 06:30 cut on 15 Aug), against 45,523 families (102,263 people) the day before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95,999: 14,493 destroyed and 81,506 damaged (UNGRD, 06:30 cut on 15 Aug), against 86,283 the day before.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81,506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14,493</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66 nationally (UNGRD, 06:30 cut on 15 Aug), revised down again from 121 on 14 Aug and 172 on 13 Aug, as structures first reported collapsed are reclassified on inspection.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damaged (UNGRD, 14-15 Aug), up from 216 on 13 Aug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affected (UNGRD, 14-15 Aug), against 2,198 on 13 Aug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damaged (UNGRD, 14-15 Aug), against 825 on 13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roads damaged (UNGRD, 14-15 Aug), up from 77 on 11 Aug and 18 on 10 Aug; 44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aqueducts damaged (UNGRD, 14-15 Aug)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880" dirty="0"/>
          </a:p>
          <a:p>
            <a:pPr algn="l" marL="342900" indent="-342900">
              <a:buSzPct val="100000"/>
              <a:buChar char="•"/>
            </a:pPr>
            <a:r>
              <a:rPr lang="en-US" sz="88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88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 filtered acceptance, then a broader flow
</a:t>
            </a:r>
            <a:pPr algn="l" indent="0" marL="0">
              <a:buNone/>
            </a:pPr>
            <a:r>
              <a:rPr lang="en-US" sz="950" dirty="0">
                <a:solidFill>
                  <a:srgbClr val="7A2E0E"/>
                </a:solidFill>
                <a:latin typeface="Calibri" pitchFamily="34" charset="0"/>
                <a:ea typeface="Calibri" pitchFamily="34" charset="-122"/>
                <a:cs typeface="Calibri" pitchFamily="34" charset="-120"/>
              </a:rPr>
              <a:t>Two patterns sit side by side. Search and rescue was opened to four countries only - the United States, Israel, Ecuador and El Salvador - on stated criteria of INSARAG classification, self-sufficiency and speed, although offers came from at least seventeen and several of the others hold the same classification; the Government has denied that ideology played a part and the argument is running in the Colombian press. Relief goods and money, by contrast, are being taken broadly: India, Norway, Sweden, Spain, Italy, Chile, Mexico, Turkey, Brazil, the World Bank and the earlier US, EU and CAF contributions, against a stated total of about USD 1.3 billion in offers. The distinction is defensible - rescue teams work inside a national command structure and relief goods do not - and it is the one an ADRC reader should take away: under Ley 1523 the response is Colombia's to direct, and a country that narrows the operational field this far should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06:30 COT cut-off on 15 Aug 2026, about five days after the earthquake: 294 deaths, 3,935 injured, 320 missing, 353 rescued alive, 54,008 families (115,461 people) affected, 448 municipalities reporting damage, 14,493 homes destroyed and 81,506 damaged, 66 buildings collapsed. The SGC had located 184 aftershocks by 07:00 on 14 August. Individual counts move up and down between cut-offs as records are reconciled; always cite the cut-off.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2026-08-15T23:08:19Z</dcterms:created>
  <dcterms:modified xsi:type="dcterms:W3CDTF">2026-08-15T23:08:19Z</dcterms:modified>
</cp:coreProperties>
</file>