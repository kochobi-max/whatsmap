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2-1.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107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png">    </p:cNvPr>
          <p:cNvPicPr>
            <a:picLocks noChangeAspect="1"/>
          </p:cNvPicPr>
          <p:nvPr/>
        </p:nvPicPr>
        <p:blipFill>
          <a:blip r:embed="rId3"/>
          <a:stretch>
            <a:fillRect/>
          </a:stretch>
        </p:blipFill>
        <p:spPr>
          <a:xfrm>
            <a:off x="4839881" y="1975104"/>
            <a:ext cx="2701214"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Base map: Natural Earth (110 m). Distances computed from published coordinates; the figures are schematic and are not official hazard maps.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107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107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Depth about 107 km (USGS): an intraslab event, not a plate-interface megathrust.</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USGS PAGER Orange alert: estimated fatalities of the order of 300 and estimated economic loss of the order of USD 880 million (model estimates, not observations).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107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E of San José del Palmar (Chocó), depth approx. 107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107 km-deep source puts every city in the region at a broadly similar hypocentral distance (108-200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E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(significant casualties and damage likely).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exposure estimates. About 10.5 million people experienced Strong to Very Strong shaking (MMI VI-VII) and an estimated 34 million people across four countries felt the earthquake.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235 km from the epicentre, in a low one. The elongated pattern along the valleys, rather than a compact circle around the epicentre, is the signature of a 96-107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aftershock on the SGC event bulletin;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second aftershock listed on the SGC event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the SGC event bulletin listed two at the time of writing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event bulletin (SGC2026pqqmro) listed two aftershocks, M2.8 and M4.8, the latter widely felt; media reported more than 20 during the day.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 the national disaster risk management plan, aligned with the Sendai Framework.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 Risk governance scan of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107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Ecuador-Colombia earthquake (Pacific coast)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Tumaco earthquake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Popayán earthquake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Páez (Cauca)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Armenia (Quindío)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 (this event)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 deep source with shallow-disaster consequences. At 107 km depth the earthquake produced no surface rupture and no tsunami, yet it damaged buildings in at least six departments. Damage is dispersed rather than concentrated, which complicates needs assessment, logistics and the targeting of search and rescue.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2026-08-11T00:19:44Z</dcterms:created>
  <dcterms:modified xsi:type="dcterms:W3CDTF">2026-08-11T00:19:44Z</dcterms:modified>
</cp:coreProperties>
</file>