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7" Type="http://schemas.openxmlformats.org/officeDocument/2006/relationships/hyperlink" Target="https://glidenumber.net/" TargetMode="External"/><Relationship Id="rId18" Type="http://schemas.openxmlformats.org/officeDocument/2006/relationships/hyperlink" Target="https://www.adrc.asia/" TargetMode="External"/><Relationship Id="rId1" Type="http://schemas.openxmlformats.org/officeDocument/2006/relationships/image" Target="../media/image-25-1.png"/><Relationship Id="rId19" Type="http://schemas.openxmlformats.org/officeDocument/2006/relationships/slideLayout" Target="../slideLayouts/slideLayout1.xml"/><Relationship Id="rId2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0" Type="http://schemas.openxmlformats.org/officeDocument/2006/relationships/hyperlink" Target="https://www.emsc-csem.org/" TargetMode="External"/><Relationship Id="rId11" Type="http://schemas.openxmlformats.org/officeDocument/2006/relationships/hyperlink" Target="https://catalogosismico.sgc.gov.co/visor/index.html" TargetMode="External"/><Relationship Id="rId1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3" Type="http://schemas.openxmlformats.org/officeDocument/2006/relationships/hyperlink" Target="https://www.elespectador.com/colombia/mas-regiones/temblor-en-colombia-hoy-10-de-agosto-en-vivo-epicentro-y-reporte-de-afectaciones/" TargetMode="External"/><Relationship Id="rId14" Type="http://schemas.openxmlformats.org/officeDocument/2006/relationships/hyperlink" Target="https://www.noticiascaracol.com/colombia/en-vivo-colombia-hoy-tras-terremoto-de-magnitud-7-4-continuan-las-labores-de-rescate-so35" TargetMode="External"/><Relationship Id="rId15" Type="http://schemas.openxmlformats.org/officeDocument/2006/relationships/hyperlink" Target="https://rpp.pe/mundo/colombia/abelardo-de-la-espriella-cifra-en-181-los-muertos-por-el-terremoto-59-menos-que-datos-regionales-noticia-1701022" TargetMode="External"/><Relationship Id="rId16" Type="http://schemas.openxmlformats.org/officeDocument/2006/relationships/hyperlink" Target="https://www.eltiempo.com/colombia/otras-ciudades/cuantas-replicas-se-han-registrado-tras-el-terremoto-de-7-4-en-colombia-estas-son-todas-las-magnitudes-3577711" TargetMode="External"/><Relationship Id="rId17"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26-1.png"/><Relationship Id="rId18" Type="http://schemas.openxmlformats.org/officeDocument/2006/relationships/slideLayout" Target="../slideLayouts/slideLayout1.xml"/><Relationship Id="rId1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11 Aug 2026, 17:00 COT (12 Aug 07:00 JST), about 33 hours after the earthquake. UNGRD's situation report gives 182 deaths, 2,542 injured and 189 missing; the President's balance gives 181 deaths; adding up what the departments and cities have announced gives 240. All three are shown. Figures are preliminary and still rising.</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(10-11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(10-11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 The SGC's running total reaches 103 aftershocks at 15:00 COT - 97 at M3.0 or below, 5 between M3.0 and M4.0, one above M4.0 - and a felt aftershock during the day prompts building evacuations in several affected cities.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20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USGS and SGC agree on size; the SGC's first bulletin gave M6.6 at 79 km before revision. The two locations differ by about 20 km and their depths by about 11 km — normal for an intermediate-depth event recorded by different networks. Epicentral distances in this report are measured from the USGS location. SGC event SGC2026pqqmro was located with 69 stations; the SGC states its bulletins are subject to change as review continues.</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 / mb 5.0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largest aftershock, 44 minutes after the mainshock, at San José del Palmar. SGC: M4.8, depth 88 km. USGS us6000tjm4 (reviewed): mb 5.0, depth 98.5 km, 16 km W of the town.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 84 km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 99 km. A strong aftershock during 11 August prompted buildings to be evacuated in several of the affected cities.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15:00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103 in total</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running total 31.4 hours after the mainshock: 97 at M3.0 or below, 5 between M3.0 and M4.0, 1 above M4.0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The SGC counted 103 aftershocks in the 31 hours after the mainshock, 94% of them at M3.0 or below and only one above M4.0 - the M4.8 that followed 44 minutes later. That is the modest, quickly-decaying sequence an intermediate-depth intraslab rupture is expected to produce, and it is why no aftershock has approached the mainshock in size. It is not a reason to relax: an M4.8 at 88 km depth was still felt widely enough to send people out of buildings on 11 August, and buildings the mainshock left standing but damaged have lost capacity.</a:t>
            </a:r>
            <a:endParaRPr lang="en-US" sz="9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7590505" y="3200400"/>
            <a:ext cx="3600767"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SGC aftershock counts and magnitude distribution (ADRC)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Counts and magnitudes: SGC situation updates as relayed by Colombian media, checked 12 Aug 2026; origin times, depths and the mb 5.0 solution: USGS FDSN (images/query.csv). The SGC publishes running totals, not an event list, and its reviewed public catalogue ends on 28 Feb 2018, so the 103 events cannot be downloaded individually. An M4.7 at 15:01 UTC on 10 Aug, carried by two regional agencies, is in neither the USGS catalogue nor the SGC count and is treated here as an unconfirmed automatic solution.</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Homes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15,568</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situation report, 11 August. The President's balance the same day gives 181 deaths; adding up the departmental and city announcements gives 240. Homes: 13,067 damaged and 2,501 destroyed.</a:t>
            </a:r>
            <a:endParaRPr lang="en-US" sz="750" dirty="0"/>
          </a:p>
        </p:txBody>
      </p:sp>
      <p:graphicFrame>
        <p:nvGraphicFramePr>
          <p:cNvPr id="14"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Four children still missing under a collapsed school in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7" name="Text 12"/>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chart shows the President's breakdown of 11 August, which totals 181 and puts 97.6% of the deaths in capital cities. UNGRD's own situation report of the same day gives 182. Adding up what the departments and cities announced separately gives 240 - 59 more than the President's figure - because those counts include municipalities outside the capitals and were issued at different hours. The report keeps all three rather than picking one: the official national figure is the one to cite, the departmental sum is the leading indicator of where it is heading.</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182 (UNGRD situation report, 11 Aug) / 181 (President, of which 97.6% in capital cities) / 240 when the departmental and city announcements are added up. The Government's 13:00 COT balance on 10 Aug was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Presidency; departmental and municipal governments via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2,542 (UNGRD, 11 Aug), up from 700 earlier the same day and 87 in the 10 Aug balance. A partial regional and Asocapitales tally gives 1,310.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Presidency;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189 (UNGRD, 11 Aug). Search continues in Cali, Pereira, Manizales and Quibdó, where four children are missing under a collapsed school.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across Chocó, Risaralda, Caldas, Valle del Cauca, Quindío and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homes affected: 13,067 damaged and 2,501 destroyed (UNGRD, 11 Aug), up from the 1,612 counted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80 nationally (11 Aug), up from 61 on 10 Aug;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11 Aug; 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damaged (UNGRD, 11 Aug), up from 18 on 10 Aug;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damaged (UNGRD, 11 Aug), up from 52 on 10 Aug;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damaged (UNGRD, 11 Aug), up from 17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roads damaged (UNGRD, 11 Aug), up from 18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and operations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toll multiplied as the assessment reached the damage. In 33 hours deaths went from 111 to 182 in UNGRD's own reporting, injured from 87 to 2,542, damaged homes from 1,612 to 15,568, damaged schools from 52 to 884 and damaged roads from 18 to 77. Nothing new happened to cause those jumps; the teams simply got to places they had not reached. Two lessons for reading early figures: the first-day numbers describe the reach of the assessment, not the size of the disaster, and the national total lags the departmental ones - here by 59 deaths in a single day.</a:t>
            </a:r>
            <a:endParaRPr lang="en-US" sz="1010" dirty="0"/>
          </a:p>
          <a:p>
            <a:pPr algn="l" marL="342900" indent="-342900">
              <a:buSzPct val="100000"/>
              <a:buChar char="•"/>
            </a:pPr>
            <a:r>
              <a:rPr lang="en-US" sz="101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Aftershock risk to damaged buildings. The sequence is as modest as an intraslab rupture predicts - 103 events in 31 hours, 94% at M3.0 or below, one above M4.0 - but the M4.8 that followed 44 minutes later was felt widely, and a felt aftershock on 11 August emptied buildings again in several cities. Buildings the mainshock left standing but damaged have lost capacity, so rapid habitability assessment before re-occupancy matters more than the aftershock statistics themselves.</a:t>
            </a:r>
            <a:endParaRPr lang="en-US" sz="1010" dirty="0"/>
          </a:p>
          <a:p>
            <a:pPr algn="l" marL="342900" indent="-342900">
              <a:buSzPct val="100000"/>
              <a:buChar char="•"/>
            </a:pPr>
            <a:r>
              <a:rPr lang="en-US" sz="101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01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11 Aug 2026, 17:00 COT (12 Aug 07:00 JST), about 33 hours after the earthquake. UNGRD's situation report gives 182 deaths, 2,542 injured and 189 missing; the President's balance gives 181 deaths; adding up what the departments and cities have announced gives 240. All three are shown. Figures are preliminary and still rising.</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2026-08-11T23:19:50Z</dcterms:created>
  <dcterms:modified xsi:type="dcterms:W3CDTF">2026-08-11T23:19:50Z</dcterms:modified>
</cp:coreProperties>
</file>