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5-1.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portal.gestiondelriesgo.gov.co/"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disasterscharter.org/activations" TargetMode="External"/><Relationship Id="rId7" Type="http://schemas.openxmlformats.org/officeDocument/2006/relationships/hyperlink" Target="https://emergency.copernicus.eu/mapping/list-of-activations-rapid" TargetMode="External"/><Relationship Id="rId8" Type="http://schemas.openxmlformats.org/officeDocument/2006/relationships/hyperlink" Target="https://reliefweb.int/country/col" TargetMode="External"/><Relationship Id="rId9" Type="http://schemas.openxmlformats.org/officeDocument/2006/relationships/hyperlink" Target="https://www.paho.org/en/colombia" TargetMode="External"/><Relationship Id="rId10" Type="http://schemas.openxmlformats.org/officeDocument/2006/relationships/hyperlink" Target="https://www.preventionweb.net/publication/colombia-plan-nacional-de-gestion-del-riesgo-de-desastres-pngrd-2015-2030" TargetMode="External"/><Relationship Id="rId11" Type="http://schemas.openxmlformats.org/officeDocument/2006/relationships/hyperlink" Target="https://www.globalquakemodel.org/seismic-regulations/colombia" TargetMode="External"/><Relationship Id="rId12" Type="http://schemas.openxmlformats.org/officeDocument/2006/relationships/hyperlink" Target="https://un-spider.org/national-unit-disaster-risk-management-ungrd-colombia" TargetMode="External"/><Relationship Id="rId13" Type="http://schemas.openxmlformats.org/officeDocument/2006/relationships/hyperlink" Target="https://www.oecd.org/en/publications/risk-governance-scan-of-colombia_eeb81954-en.html"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france24.com/en/americas/20260810-powerful-quake-rocks-colombia-causing-major-damage" TargetMode="External"/><Relationship Id="rId16" Type="http://schemas.openxmlformats.org/officeDocument/2006/relationships/hyperlink" Target="https://www.aljazeera.com/news/2026/8/10/7-4-magnitude-earthquake-hits-colombia-killing-at-least-20" TargetMode="External"/><Relationship Id="rId1" Type="http://schemas.openxmlformats.org/officeDocument/2006/relationships/image" Target="../media/image-19-1.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cbsnews.com/news/colombia-earthquake-western-region-evacuations/" TargetMode="External"/><Relationship Id="rId3" Type="http://schemas.openxmlformats.org/officeDocument/2006/relationships/hyperlink" Target="https://www.nbcnews.com/world/latin-america/strong-earthquake-colombia-ecuador-people-evacuating-homes-buildings-rcna591709"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colombiaone.com/2026/08/10/colombia-national-disaster/"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7" Type="http://schemas.openxmlformats.org/officeDocument/2006/relationships/hyperlink" Target="https://www3.nhk.or.jp/news/" TargetMode="External"/><Relationship Id="rId8" Type="http://schemas.openxmlformats.org/officeDocument/2006/relationships/hyperlink" Target="https://www.nikkei.com/article/DGXZQOGN108V30Q6A810C2000000/" TargetMode="External"/><Relationship Id="rId9" Type="http://schemas.openxmlformats.org/officeDocument/2006/relationships/hyperlink" Target="https://www.jiji.com/jc/article?k=2026081000878&amp;g=int" TargetMode="External"/><Relationship Id="rId10" Type="http://schemas.openxmlformats.org/officeDocument/2006/relationships/hyperlink" Target="https://www.savethechildren.org/us/about-us/media-and-news/2026-press-releases/children-at-risk-after-earthquake-strikes-colombia" TargetMode="External"/><Relationship Id="rId11" Type="http://schemas.openxmlformats.org/officeDocument/2006/relationships/hyperlink" Target="https://www.directrelief.org/2026/08/colombia-earthquake-7-4-magnitude-direct-relief-response/" TargetMode="External"/><Relationship Id="rId12" Type="http://schemas.openxmlformats.org/officeDocument/2006/relationships/hyperlink" Target="https://www.americares.org/crisis-alerts/colombia-earthquake-august-2026/" TargetMode="External"/><Relationship Id="rId13" Type="http://schemas.openxmlformats.org/officeDocument/2006/relationships/hyperlink" Target="https://glidenumber.net/" TargetMode="External"/><Relationship Id="rId14" Type="http://schemas.openxmlformats.org/officeDocument/2006/relationships/hyperlink" Target="https://www.adrc.asia/" TargetMode="External"/><Relationship Id="rId1" Type="http://schemas.openxmlformats.org/officeDocument/2006/relationships/image" Target="../media/image-20-1.png"/><Relationship Id="rId15" Type="http://schemas.openxmlformats.org/officeDocument/2006/relationships/slideLayout" Target="../slideLayouts/slideLayout1.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107 km   ·   MMI VII (muy fuerte) — ShakeMap del USGS   ·   GLIDE EQ-2026-XXXXXX-COL (TBC)</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es.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es.png">    </p:cNvPr>
          <p:cNvPicPr>
            <a:picLocks noChangeAspect="1"/>
          </p:cNvPicPr>
          <p:nvPr/>
        </p:nvPicPr>
        <p:blipFill>
          <a:blip r:embed="rId3"/>
          <a:stretch>
            <a:fillRect/>
          </a:stretch>
        </p:blipFill>
        <p:spPr>
          <a:xfrm>
            <a:off x="4842049" y="1975104"/>
            <a:ext cx="2696878"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es.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 base: Natural Earth (110 m). Distancias calculadas a partir de coordenadas publicadas; las figuras son esquemáticas y no son mapas oficiales de amenaza.</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98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107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Al corte de las 17:00 COT del 10 de agosto, el Gobierno reportó 111 muertos y 87 heridos,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107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Profundidad de unos 107 km (USGS): es un sismo intraplaca dentro de la losa, no un megasismo de la interfaz entre placas.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Alerta naranja del PAGER (USGS): mortalidad estimada del orden de 300 personas y pérdidas económicas estimadas del orden de 880 millones de dólares (estimaciones de modelo, no observaciones).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69264"/>
            <a:ext cx="11430000" cy="329184"/>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de agosto de 2026, 07:34 COT (UTC-5)  (10 de agosto de 2026, 12:34 UTC / 10 de agosto de 2026, 21:34 JST)    |    Mww 7.4    |    profundidad 107 km    |    MMI VII (muy fuerte) — ShakeMap del USGS</a:t>
            </a:r>
            <a:endParaRPr lang="en-US" sz="1150" dirty="0"/>
          </a:p>
        </p:txBody>
      </p:sp>
      <p:sp>
        <p:nvSpPr>
          <p:cNvPr id="5" name="Text 2"/>
          <p:cNvSpPr/>
          <p:nvPr/>
        </p:nvSpPr>
        <p:spPr>
          <a:xfrm>
            <a:off x="365760" y="1280160"/>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p:cNvSpPr/>
          <p:nvPr/>
        </p:nvSpPr>
        <p:spPr>
          <a:xfrm>
            <a:off x="365760" y="1627632"/>
            <a:ext cx="11430000" cy="4480560"/>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Al momento de redactar este informe no se había confirmado un número GLIDE para este evento; se incorporará cuando se asigne.</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E de San José del Palmar (Chocó), profundidad de unos 107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Mismo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reporta la activación de la Carta Internacional «Espacio y Grandes Catástrofes» y la movilización del Servicio de Gestión de Emergencias Copernicus; los detalles están en verificación.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Carta / Copernicus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107 km de profundidad deja a todas las ciudades de la región a una distancia hipocentral parecida (108-200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km al E de San José del Palmar, departamento del Chocó (unos 280 km al O de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4.9031 N, 76.1885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 USGS Mww 7.4. El SGC anunció inicialmente M6.6 a 79 km de profundidad y luego la revisó a M7.4; la profundidad del SGC se sitúa entre unos 96 y 103 km.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aprox. 96-103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(probables víctimas y daños significativos).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EQ-2026-XXXXXX-COL (TBC)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(USGS). Unos 10,5 millones de personas experimentaron un sacudimiento fuerte o muy fuerte (MMI VI-VII) y se estima que 34 millones de personas en cuatro países sintieron el sismo. Son estimaciones de modelo.</a:t>
            </a:r>
            <a:endParaRPr lang="en-US" sz="750" dirty="0"/>
          </a:p>
        </p:txBody>
      </p:sp>
      <p:sp>
        <p:nvSpPr>
          <p:cNvPr id="9"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Infobae: el SGC explica por qué el temblor duró tanto</a:t>
            </a:r>
            <a:endParaRPr lang="en-US" sz="850" dirty="0"/>
          </a:p>
        </p:txBody>
      </p:sp>
      <p:sp>
        <p:nvSpPr>
          <p:cNvPr id="10"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reportada;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Reportada junto con la de M4.8 en los primeros boletines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events</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Total de réplicas registradas por 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SGC reportó más de 20 réplicas en las horas siguientes al sismo principal; la mayor réplica ampliamente sentida fue de M4.8 y también se reportó una de M2.8.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Departamento epicentral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se reportan en momentos distintos; todavía no suman el total nacional de 111 y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se reportaron personas atrapadas entre escombros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Se reporta la activación de la Carta Internacional «Espacio y Grandes Catástrofes» para este sismo y la movilización del Servicio de Gestión de Emergencias Copernicus, para proveer imágenes satelitales de evaluación de daños. Los números de activación y los productos derivados están en verificación.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activaciones de cartografía rápida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Reportado / en verificación</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Cartografía rápida movilizada para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Reportado / en verificación</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activaciones de cartografía rápida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el plan nacional de gestión del riesgo de desastres, alineado con el Marco de Sendái.</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OCDE: análisis de gobernanza del riesgo de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107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Ecuador-Colombia (costa del Pacífico)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Tumaco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Popayán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Páez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Armenia (Quindío)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 (este evento)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Una fuente profunda con consecuencias de sismo somero. A 107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Las cifras aumentarán y no serán coherentes entre sí durante algún tiempo. Los muertos por departamento anunciados por gobernadores y alcaldes todavía no suman el total nacional, y los conteos de daños en edificaciones reflejan reportes de primera mirada, no evaluaciones de daños. Los aumentos rápidos de los próximos días deben leerse como avance de la evaluación y no necesariamente como agravamiento de la situación.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activaciones de cartografía rápida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(para el identificador del evento cuando se asigne)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2026-08-10T23:12:43Z</dcterms:created>
  <dcterms:modified xsi:type="dcterms:W3CDTF">2026-08-10T23:12:43Z</dcterms:modified>
</cp:coreProperties>
</file>