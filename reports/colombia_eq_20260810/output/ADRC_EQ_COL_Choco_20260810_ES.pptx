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 Type="http://schemas.openxmlformats.org/officeDocument/2006/relationships/image" Target="../media/image-26-1.png"/><Relationship Id="rId10" Type="http://schemas.openxmlformats.org/officeDocument/2006/relationships/slideLayout" Target="../slideLayouts/slideLayout1.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está muy por encima de los 111 muertos reportados nueve horas después del evento;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050" dirty="0"/>
          </a:p>
          <a:p>
            <a:pPr algn="l" marL="342900" indent="-342900">
              <a:buSzPct val="100000"/>
              <a:buChar char="•"/>
            </a:pPr>
            <a:r>
              <a:rPr lang="en-US" sz="10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0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2026-08-11T01:32:34Z</dcterms:created>
  <dcterms:modified xsi:type="dcterms:W3CDTF">2026-08-11T01:32:34Z</dcterms:modified>
</cp:coreProperties>
</file>