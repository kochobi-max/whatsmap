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 El total acumulado de réplicas del SGC llega a 103 a las 15:00 COT -97 de M3,0 o menos, 5 entre M3,0 y M4,0, una por encima de M4,0- y una M3,9 sentida durante el día obliga a evacuar edificios en varias ciudades afectadas. El catálogo del SGC para el mismo periodo contiene 147 eventos localizados, cifra más amplia que incluye la sismicidad de fondo.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Una salvedad: el extracto sitúa el sismo principal a 103 km de profundidad en 4,991 N 76,292 O, distinto de la página del evento del SGC usada en el resto del informe (96 km, 5,04 N 76,34 O); se mantienen los valores de la página del evento hasta confirmar la diferencia.</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de agosto). La búsqueda continúa en Cali, Pereira, Manizales y Quibdó, donde cuatro menores están desaparecidos bajo un colegio colapsado.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860" dirty="0"/>
          </a:p>
          <a:p>
            <a:pPr algn="l" marL="342900" indent="-342900">
              <a:buSzPct val="100000"/>
              <a:buChar char="•"/>
            </a:pPr>
            <a:r>
              <a:rPr lang="en-US" sz="86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60" dirty="0"/>
          </a:p>
          <a:p>
            <a:pPr algn="l" marL="342900" indent="-342900">
              <a:buSzPct val="100000"/>
              <a:buChar char="•"/>
            </a:pPr>
            <a:r>
              <a:rPr lang="en-US" sz="86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2026-08-11T23:40:31Z</dcterms:created>
  <dcterms:modified xsi:type="dcterms:W3CDTF">2026-08-11T23:40:31Z</dcterms:modified>
</cp:coreProperties>
</file>