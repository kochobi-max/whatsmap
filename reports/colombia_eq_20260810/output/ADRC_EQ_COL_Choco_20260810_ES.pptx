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2" Type="http://schemas.openxmlformats.org/officeDocument/2006/relationships/hyperlink" Target="https://www.semana.com/nacion/articulo/terremoto-en-colombia-reportan-287-muertos-y-4147-heridos-en-nuevo-balance-de-la-ungrd/202615/" TargetMode="External"/><Relationship Id="rId13" Type="http://schemas.openxmlformats.org/officeDocument/2006/relationships/hyperlink" Target="https://www.latercera.com/mundo/noticia/colombia-rebaja-a-casi-287-los-muertos-y-eleva-a-cerca-de-4150-los-heridos-por-el-terremoto/" TargetMode="External"/><Relationship Id="rId1" Type="http://schemas.openxmlformats.org/officeDocument/2006/relationships/image" Target="../media/image-35-1.png"/><Relationship Id="rId14" Type="http://schemas.openxmlformats.org/officeDocument/2006/relationships/slideLayout" Target="../slideLayouts/slideLayout1.xml"/><Relationship Id="rId1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18:30 COT del 16 de agosto de 2026: 287 muertos, 4.147 heridos, 194 desaparecidos, 355 personas y 496 animales rescatados con vida, 472 municipios en 15 departamentos, 120.671 familias (185.996 personas) afectadas, 26.392 viviendas destruidas y 127.608 averiadas, 197 edificios colapsados. La UNGRD atribuye el movimiento de estos conteos al proceso de verificación y consolidación de la información reportada desde los territorios, parte de ella enviada sin verificar. Todas las cifras son preliminares; cite la hora de corte junto con el número.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reporta 184 réplicas localizadas desde el sismo principal, 15 de ellas por encima de M3,0 y 2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Continúa la búsqueda de los desaparecidos mientras más de 100.000 damnificados esperan asistencia; en El Cairo (Valle del Cauca) se reporta el 80 % de las casas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294 fallecidos, 3.935 heridos, 320 desaparecidos, 353 personas y 188 animales rescatados con vida; 54.008 familias (115.461 personas) afectadas; 448 municipios con reporte de daños; 14.493 viviendas destruidas y 81.506 averiadas; 66 edificios colapsados. Chocó, Risaralda y Valle del Cauca son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Decreto 1172 declara tres días de duelo nacional desde el 12 de agosto, con banderas a media asta en el país y en las misiones colombianas en el exterior. Esa misma noche la gobernadora del Chocó da por finalizada la fase de búsqueda y rescate del departamento tras hallar con vida a la última familia buscada en Quibdó, cuatro personas.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07:30: 289 fallecidos, 4.187 heridos, 143 desaparecidos, 354 personas y 510 animales rescatados con vida; 120.238 familias (185.016 personas) afectadas en 450 municipios de 15 departamentos; 26.945 viviendas destruidas y 127.557 averiadas; 66 edificios colapsados. La UNGRD señala que las variaciones provienen de verificar y consolidar las cifras reportadas por los territorios, algunas enviadas sin verificar.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18:30: 287 fallecidos, 4.147 heridos, 194 desaparecidos, 355 personas y 496 animales rescatados con vida; 120.671 familias (185.996 personas) afectadas en 472 municipios de 15 departamentos; 26.392 viviendas destruidas y 127.608 averiadas; 197 edificios colapsados; 304 sedes de salud, 3.207 educativas y 4.059 comunitarias; 410 vías, 95 acueductos, 48 puentes vehiculares, 13 peatonales y cinco aeropuertos.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Total acumulado del SGC a cuatro días: 184 réplicas, 15 por encima de M3,0 y 2 por encima de M4,0. El total publicado era 103 a las 15:00 del 11 de agosto; el extracto del catálogo usado en la figura contiene 147 eventos hasta las 17:24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El resto es sismicidad de fondo del mismo catálogo, y por eso un conteo bruto va por delante de la cifra oficial. Una secuencia moderada y de decaimiento rápido es lo esperable en una ruptura de profundidad intermedia, pero el evento del 13 de agosto muestra que sigue habiendo sacudidas capaces de detener el rescate. Hasta las 07:00 del 14 de agosto el total publicado por el SGC llegó a 184, de las cuales 15 por encima de M3,0 y 2 por encima de M4,0, un ritmo coherente con el extracto del catálogo y con un decaimiento normal.</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287</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4.147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194</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con corte a las 18:30 COT del 16 de agosto. 120.671 familias (185.996 personas) afectadas en 472 municipios de 15 departamentos; 26.392 viviendas destruidas y 127.608 averiadas; 355 personas y 496 animales rescatados con vida. Dos cortes el mismo día: fallecidos 289 y luego 287, heridos 4.187 y luego 4.147, desaparecidos 143 y luego 194. La UNGRD explica el motivo -se verifican y consolidan las cifras reportadas desde los territorios, algunas enviadas antes de ser comprobadas-, así que cite la hora de corte junto con el número.</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Chocó cerró su fase de búsqueda el 12 de agosto; reporta 14 fallecidos y 138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es 287 en el corte de las 18:30 del 16 de agosto, tras 289 en el corte de las 07:30 de esa mañana y 294 el 15. La serie fue 273 (13 de agosto), 281, 285, 287, 288, 294, 289 y ahora 287. La UNGRD atribuye el movimiento a la verificación y consolidación de las cifras reportadas desde los territorios, algunas enviadas antes de ser comprobadas. Medicina Legal había recibido 250 cuerpos, con 227 reconocidos, en la lectura del 13 de agosto. Cite 287 con su hora de corte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194</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194 y 3.653 no miden lo mismo y ninguna de las dos cifras es errónea. 194 es el conteo oficial informado por la UNGRD con corte a las 18:30 del 16 de agosto, tomado del registro de la Fiscalía. Ha variado en ambos sentidos -496, 377, 378, 202, 320, 143 y ahora 194- porque al mismo tiempo se presentan, resuelven y depuran reportes; la UNGRD atribuye el movimiento a la verificación y consolidación de las cifras enviadas desde los territorios, algunas sin comprobar. Las dos lecturas del 16 de agosto, 143 en la mañana y 194 en la tarde, muestran lo poco que significa una cifra sin su hora de corte. Ninguna de las bajas corresponde a personas halladas entre los escombros; la cifra que mide eso es la de rescatados con vida, 355.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Cite 194 con su hora de corte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corte de las 18:30 del 16 de agosto), frente a 289 en el corte de las 07:30 de esa mañana y 294 el 15. La serie fue 273, 281, 285, 287, 288, 294, 289 y ahora 287; la UNGRD atribuye el movimiento a la verificación de las cifras enviadas desde los territorios. Chocó, Risaralda y Valle del Cauca siguen siendo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4.147 (UNGRD, corte de las 18:30 del 16 de agosto), frente a 4.187 esa mañana y 3.935 el 15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194 (UNGRD, corte de las 18:30 del 16 de agosto), frente a 143 esa mañana. La serie ha sido 496, 377, 378, 202, 320, 143 y ahora 194: al mismo tiempo se presentan, resuelven y depuran reportes, y la UNGRD atribuye el movimiento a la verificación de los reportes territoriales. No mide cuántas personas siguen bajo los escombros; 355 han sido rescatadas con vida.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355 (UNGRD, corte de las 18:30 del 16 de agosto), además de 496 animales rescatados y 768 afectados. Incluyen a una mujer rescatada en Cali casi 30 horas después del sismo, a otra liberada en Pereira tras 36 horas, a un bebé sacado de un bloque de apartamentos y a la familia de cuatro hallada con vida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municipios en 15 departamentos (UNGRD, corte de las 18:30 del 16 de agosto), frente a 450 esa mañana y 403 el 12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120.671 familias -185.996 personas- afectadas (UNGRD, corte de las 18:30 del 16 de agosto), frente a 120.238 familias (185.016 personas) esa mañana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154.000: 26.392 destruidas y 127.608 averiadas (UNGRD, corte de las 18:30 del 16 de agosto), prácticamente sin cambio desde esa mañana. El aumento desde 96.000 el 15 de agosto correspondió al avance de la evaluación, no a daño nuevo. En El Cairo, pueblo cafetero en las montañas del Valle del Cauca, el 80 % de las casas resultó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127.608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26.392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197 en el país (UNGRD, corte de las 18:30 del 16 de agosto), frente a 66 esa mañana y 121 el 14 de agosto: el conteo ha bajado dos veces y subido una a medida que se inspeccionan y reclasifican las estructuras. Asocapitales cuenta 243 estructuras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304 con daños (UNGRD, corte de las 18:30 del 16 de agosto), frente a 240 esa mañana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3.207 afectados (UNGRD, corte de las 18:30 del 16 de agosto), frente a 2.205 esa mañana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4.059 con daños (UNGRD, corte de las 18:30 del 16 de agosto), frente a 1.208 esa mañana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vías afectadas (UNGRD, corte de las 18:30 del 16 de agosto), frente a 210 esa mañana y 18 el 10 de agosto; también 48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acueductos afectados (UNGRD, corte de las 18:30 del 16 de agosto), frente a 73 esa mañana,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Tres días de duelo nacional decretados mediante el Decreto 1172 desde el 12 de agosto, con la bandera a media asta en todos los edificios públicos y en las embajadas y consulados de Colombia en el exterior.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Chocó dio por finalizada su fase de búsqueda y rescate la noche del 12 de agosto; la gobernadora señaló que ya no quedaba nadie reportado bajo los escombros tras hallar con vida a la última familia buscada en Quibdó, y el departamento pasó a la atención de los afectados y la recuperación. Reporta 14 fallecidos, 138 heridos y 2.791 afectaciones materiales.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Una aceptación filtrada y luego un flujo más amplio
</a:t>
            </a:r>
            <a:pPr algn="l" indent="0" marL="0">
              <a:buNone/>
            </a:pPr>
            <a:r>
              <a:rPr lang="en-US" sz="950" dirty="0">
                <a:solidFill>
                  <a:srgbClr val="7A2E0E"/>
                </a:solidFill>
                <a:latin typeface="Calibri" pitchFamily="34" charset="0"/>
                <a:ea typeface="Calibri" pitchFamily="34" charset="-122"/>
                <a:cs typeface="Calibri" pitchFamily="34" charset="-120"/>
              </a:rPr>
              <a:t>Conviven dos patrones.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el Gobierno ha negado que la ideología haya influido y el debate sigue en la prensa colombiana. Los insumos y el dinero, en cambio, se reciben ampliamente: India, Noruega, Suecia, España, Italia, Chile, México, Turquía, Brasil, el Banco Mundial y los aportes previos de Estados Unidos, la UE y la CAF, frente a un total declarado de unos 1.300 millones de dólares en ofrecimientos. La distinción es defendible -los equipos de rescate operan dentro de una estructura de mando nacional y los insumos no- y es la lección que conviene retener: bajo la Ley 1523 la respuesta la dirige Colombia, y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réplicas desde el 10 de agosto (14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cobertura en vivo de rescates y recuperación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15 de agosto: 294 fallecidos, 3.935 heridos, 320 desaparecidos y 353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fallecidos y 81.506 viviendas averiadas, cifras oficiales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Decreto 1172: tres días de duelo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la gobernadora del Chocó da por finalizada la fase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16 de agosto: 289 fallecidos, 4.187 heridos y 143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fallecidos, 143 desaparecidos y más de 185.000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la UNGRD reduce las cifras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balance de la UNGRD del 16 de agosto por la tarde: 287 muertos, 4.147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rebaja los muertos y eleva los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18:30 COT del 16 de agosto de 2026: 287 muertos, 4.147 heridos, 194 desaparecidos, 355 personas y 496 animales rescatados con vida, 472 municipios en 15 departamentos, 120.671 familias (185.996 personas) afectadas, 26.392 viviendas destruidas y 127.608 averiadas, 197 edificios colapsados. La UNGRD atribuye el movimiento de estos conteos al proceso de verificación y consolidación de la información reportada desde los territorios, parte de ella enviada sin verificar. Todas las cifras son preliminares; cite la hora de corte junto con el número.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17/08/2026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2026-08-17T08:10:03Z</dcterms:created>
  <dcterms:modified xsi:type="dcterms:W3CDTF">2026-08-17T08:10:03Z</dcterms:modified>
</cp:coreProperties>
</file>