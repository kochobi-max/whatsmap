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5-1.png"/><Relationship Id="rId19" Type="http://schemas.openxmlformats.org/officeDocument/2006/relationships/slideLayout" Target="../slideLayouts/slideLayout1.xml"/><Relationship Id="rId2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6-1.png"/><Relationship Id="rId18" Type="http://schemas.openxmlformats.org/officeDocument/2006/relationships/slideLayout" Target="../slideLayouts/slideLayout1.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 El total acumulado de réplicas del SGC llega a 103 a las 15:00 COT -97 de M3,0 o menos, 5 entre M3,0 y M4,0, una por encima de M4,0- y una réplica sentida durante el día obliga a evacuar edificios en varias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en San José del Palmar. SGC: M4,8, profundidad 88 km. USGS us6000tjm4 (revisado): mb 5,0, profundidad 98,5 km, 16 km al O del casco urbano.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84 km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99 km. Una réplica fuerte durante el 11 de agosto obligó 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15:00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103 in total</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Total acumulado del SGC 31,4 horas después del sismo principal: 97 de M3,0 o menos, 5 entre M3,0 y M4,0, 1 por encima de M4,0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contabilizó 103 réplicas en las 31 horas posteriores al sismo principal, el 94 % de ellas de M3,0 o menos y solo una por encima de M4,0: la M4,8 que ocurrió 44 minutos después. Esa es la secuencia modesta y de decaimiento rápido que cabe esperar de una ruptura intraplaca de profundidad intermedia, y explica por qué ninguna réplica se ha acercado al tamaño del sismo principal. No es motivo para bajar la guardia: una M4,8 a 88 km de profundidad se sintió lo bastante como para sacar a la gente de los edificios el 11 de agosto, y las edificaciones que el sismo principal dejó en pie pero averiadas han perdido capacidad.</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589080" y="3200400"/>
            <a:ext cx="3603615"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Réplicas del SGC y distribución por magnitud (ADRC)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Conteos y magnitudes: actualizaciones del SGC según la prensa colombiana, verificadas el 12 de agosto de 2026; horas de origen, profundidades y la solución mb 5,0: FDSN del USGS (images/query.csv). El SGC publica totales acumulados y no un listado de eventos, y su catálogo público revisado termina el 28 de febrero de 2018, por lo que las 103 réplicas no se pueden descargar una a una. Una M4,7 a las 15:01 UTC del 10 de agosto, difundida por dos entidades regionales, no está en el catálogo del USGS ni en el conteo del SGC y aquí se trata como una solución automática no confirmada.</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(UNGRD, 11 de agosto). La búsqueda continúa en Cali, Pereira, Manizales y Quibdó, donde cuatro menores están desaparecidos bajo un colegio colapsado.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900" dirty="0"/>
          </a:p>
          <a:p>
            <a:pPr algn="l" marL="342900" indent="-342900">
              <a:buSzPct val="100000"/>
              <a:buChar char="•"/>
            </a:pPr>
            <a:r>
              <a:rPr lang="en-US" sz="9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900" dirty="0"/>
          </a:p>
          <a:p>
            <a:pPr algn="l" marL="342900" indent="-342900">
              <a:buSzPct val="100000"/>
              <a:buChar char="•"/>
            </a:pPr>
            <a:r>
              <a:rPr lang="en-US" sz="9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900" dirty="0"/>
          </a:p>
          <a:p>
            <a:pPr algn="l" marL="342900" indent="-342900">
              <a:buSzPct val="100000"/>
              <a:buChar char="•"/>
            </a:pPr>
            <a:r>
              <a:rPr lang="en-US" sz="9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900" dirty="0"/>
          </a:p>
          <a:p>
            <a:pPr algn="l" marL="342900" indent="-342900">
              <a:buSzPct val="100000"/>
              <a:buChar char="•"/>
            </a:pPr>
            <a:r>
              <a:rPr lang="en-US" sz="9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900" dirty="0"/>
          </a:p>
          <a:p>
            <a:pPr algn="l" marL="342900" indent="-342900">
              <a:buSzPct val="100000"/>
              <a:buChar char="•"/>
            </a:pPr>
            <a:r>
              <a:rPr lang="en-US" sz="9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Riesgo de las réplicas para las edificaciones averiadas. La secuencia es tan modesta como predice una ruptura intraplaca -103 eventos en 31 horas, 94 % de M3,0 o menos, uno por encima de M4,0-, pero la M4,8 ocurrida 44 minutos después se sintió ampliamente y una réplica sentida el 11 de agosto volvió a vaciar edificios en varias ciudades. Las edificaciones que el sismo principal dejó en pie pero averiadas han perdido capacidad, de modo que la evaluación rápida de habitabilidad antes de volver a ocuparlas importa más que las estadísticas de réplicas.</a:t>
            </a:r>
            <a:endParaRPr lang="en-US" sz="900" dirty="0"/>
          </a:p>
          <a:p>
            <a:pPr algn="l" marL="342900" indent="-342900">
              <a:buSzPct val="100000"/>
              <a:buChar char="•"/>
            </a:pPr>
            <a:r>
              <a:rPr lang="en-US" sz="9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9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2026-08-11T23:19:50Z</dcterms:created>
  <dcterms:modified xsi:type="dcterms:W3CDTF">2026-08-11T23:19:50Z</dcterms:modified>
</cp:coreProperties>
</file>