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28-1.png"/><Relationship Id="rId15" Type="http://schemas.openxmlformats.org/officeDocument/2006/relationships/slideLayout" Target="../slideLayouts/slideLayout1.xml"/><Relationship Id="rId1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29-1.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 la mañana del 13 de agosto de 2026 (COT), unas 78 horas después del sismo, del balance de la UNGRD entregado por su director, David Santiago Tamayo: 273 muertos, 3.824 heridos, 377 desaparecidos, 40.753 familias (97.515 personas) afectadas, 12.584 viviendas destruidas y 74.873 averiadas, 172 edificios colapsados. Se ha declarado la emergencia económica.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(10-13 de agosto)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(10-13 de agosto)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(10-13 de agosto)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réplica de M4,2 sacude San José del Palmar a 95 km de profundidad, a unos 20 km del epicentro del sismo principal. Se siente en Pereira, Manizales, Medellín y Bogotá; las labores de búsqueda y rescate se detienen temporalmente. Es la segunda réplica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director de la UNGRD entrega un nuevo balance: 273 muertos, 3.824 heridos, 377 desaparecidos, 40.753 familias (97.515 personas) afectadas, 12.584 viviendas destruidas y 74.873 averiadas, 172 edificios colapsados, 2.198 sedes educativas y 825 comunitarias, 216 sedes de salud, 71 acueductos, 29 entidades bancarias y cinco aeropuertos. Medicina Legal ha recibido 250 cuerpos, 227 reconocidos.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95 km, a unos 20 km del epicentro: el mismo volumen sismogénico del sismo principal. Se sintió hasta en Bogotá y detuvo temporalmente las labores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Catálogo del SGC, 34 horas después del sismo principal: 60 por debajo de M2,0, 76 entre M2,0 y 2,9, 10 entre M3,0 y 3,9, uno entre M4,0 y 4,9</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El SGC localizó 147 eventos en las 34 horas posteriores al sismo principal. En esa ventana solo uno superó M4,0 -el M4,8 de 44 minutos después- y el 92 % estuvo por debajo de M3,0; el M4,2 del 13 de agosto es el segundo. Ninguna réplica se ha acercado al tamaño del sismo principal. Noventa y seis de los 147 se ubican a 60 km de profundidad o más y a menos de 80 km del epicentro: ese subconjunto es la secuencia intraplaca, y su curva acumulada sigue los totales publicados por el SGC. El resto es sismicidad de fondo del mismo catálogo, y por eso un conteo bruto va por delante de la cifra oficial. Una secuencia moderada y de decaimiento rápido es lo esperable en una ruptura de profundidad intermedia, pero el evento del 13 de agosto muestra que sigue habiendo sacudidas capaces de detener el rescate.</a:t>
            </a:r>
            <a:endParaRPr lang="en-US" sz="8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273</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3.824</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377</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entregado por su director la mañana del 13 de agosto. 40.753 familias (97.515 personas) afectadas; 12.584 viviendas destruidas y 74.873 averiadas. Los desaparecidos bajaron de 496 a 377 porque el conteo corresponde ahora al registro oficial de la Fiscalía y se han depurado los reportes duplicados.</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llegó a 273 la mañana del 13 de agosto, según el balance de la UNGRD; Medicina Legal ha recibido 250 cuerpos y ha reconocido 227. Las lecturas anteriores fueron 265 la tarde del 12 de agosto, 239 más temprano ese día, 254 al sumar los anuncios departamentales y municipales, y 234 de Asocapitales solo para las ciudades capitales. Cite 273 como la cifra oficial nacional y 250 como el piso confirmado forensemente. El gráfico corresponde al desglose presidencial del 11 de agosto (181) y muestra la forma de la distribución -muertes concentradas en Risaralda (Pereira) y Valle del Cauca (Cali)-, no un conteo actual.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377</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377 y 3.653 no miden lo mismo y ninguna de las dos cifras es errónea. 377 es el registro oficial que maneja la Fiscalía General de la Nación, según lo informado por la UNGRD la mañana del 13 de agosto; bajó desde 496 la tarde anterior no porque esas personas hayan aparecido, sino porque se depuraron reportes duplicados y ya resueltos frente al registro. 3.653 es el número de personas inscritas por sus familias en la plataforma ciudadana “Colombia te busca” y aún no localizadas: una iniciativa comunitaria, no un registro estatal, que no reemplaza el reporte a la policía o a la Fiscalía y que contendrá duplicados y personas simplemente incomunicadas donde no hay energía ni servicio telefónico. Ambas cifras se moverán a saltos, no de forma continua. Cite 377 como el número de desaparecidos; cite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273 (UNGRD, mañana del 13 de agosto), frente a 265 la tarde del 12. Medicina Legal ha recibido 250 cuerpos, de los cuales 227 han sido reconocidos.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Medicina Legal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3.824 (UNGRD, mañana del 13 de agosto), frente a 3.494 la tarde anterior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377 (UNGRD, mañana del 13 de agosto), frente a 496 la tarde anterior. El conteo corresponde ahora al registro oficial que maneja la Fiscalía General de la Nación, y la baja refleja la depuración de los reportes, no que se haya encontrado a esas personas.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13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 (a las 20:00 COT del 11 de agosto), incluida una mujer rescatada en Cali casi 30 horas después del sismo y un bebé sacado de un edificio de apartamentos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Balance nacional provisional,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403 municipios en 14 departamentos (UNGRD, 12 de agosto), frente a “más de 20” el 10 de agosto.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40.753 familias - 97.515 personas - directamente afectadas (UNGRD, mañana del 13 de agosto), frente a 25.872 familias (53.816 personas) la tarde anterior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87.457: 12.584 destruidas y 74.873 averiadas (UNGRD, mañana del 13 de agosto), frente a 64.873 la tarde anterior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74.873</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12.584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172 en el país (UNGRD, 13 de agosto), frente a 140 la tarde anterior y 61 el 10 de agosto. Asocapitales cuenta 243 estructuras colapsadas en las ciudades capitales; funcionarios de la Alcaldía de Cali reportan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216 con daños (UNGRD, 13 de agosto), frente a 93 el 11 y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2.198 afectados (UNGRD, 13 de agosto), frente a 1.819 la tarde anterior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825 con daños (UNGRD, 13 de agosto), frente a 631 la tarde anterior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aeropuertos con daños en el balance de la UNGRD del 13 de agosto; las operaciones se habían suspendido en siete. La terminal de pasajeros del aeropuerto internacional Matecaña (Pereira) colapsó parcialmente; vuelos suspendidos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71 acueductos afectados y 29 entidades bancarias fuera de servicio (UNGRD, 13 de agosto); se reportan cortes de energía e interrupción de las comunicaciones en zonas cercanas al 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70" dirty="0"/>
          </a:p>
          <a:p>
            <a:pPr algn="l" marL="342900" indent="-342900">
              <a:buSzPct val="100000"/>
              <a:buChar char="•"/>
            </a:pPr>
            <a:r>
              <a:rPr lang="en-US" sz="77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7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recibe equipos USAR clasificados por INSARAG de solo cuatro países -Estados Unidos, Israel, Ecuador y El Salvador-, con el argumento de que están certificados internacionalmente, actúan con los estándares de INSARAG bajo coordinación de la ONU y son totalmente autónomos, por lo que no demandan recursos adicionales a las administraciones municipales. Su función es apoyar a los equipos USAR colombianos ya desplegados. El Gobierno negó que otros ofrecimientos se hayan rechazado por consideraciones ideológicas; aun así, la selección ha sido cuestionada en la prensa colombiana.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De los ofrecimientos a una aceptación filtrada
</a:t>
            </a:r>
            <a:pPr algn="l" indent="0" marL="0">
              <a:buNone/>
            </a:pPr>
            <a:r>
              <a:rPr lang="en-US" sz="950" dirty="0">
                <a:solidFill>
                  <a:srgbClr val="7A2E0E"/>
                </a:solidFill>
                <a:latin typeface="Calibri" pitchFamily="34" charset="0"/>
                <a:ea typeface="Calibri" pitchFamily="34" charset="-122"/>
                <a:cs typeface="Calibri" pitchFamily="34" charset="-120"/>
              </a:rPr>
              <a:t>Durante dos días Colombia recibió dinero y cartografía satelital, pero no rescatistas extranjeros, y la ONU no tenía una solicitud formal. Eso cambió el 12 de agosto: el Gobierno aceptó equipos USAR y fijó la clasificación INSARAG como condición, un filtro adecuado para equipos que deben ser autosuficientes e interoperables. Pero los ofrecimientos llegaron de al menos diecisiete países y se aceptaron cuatro, de modo que la clasificación INSARAG por sí sola no explica la lista: varios de los demás también la tienen. Los criterios declarados son certificación, autosuficiencia y rapidez; el Gobierno ha negado que la ideología haya influido, y el debate sigue abierto en la prensa colombiana. Para quien lea este informe hay dos puntos operativos: bajo la Ley 1523 la respuesta la dirige Colombia, y un país receptor que restringe tanto el campo debe estar en condiciones de explicar por escrito el criterio aplicado.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13 de agosto: 273 fallecidos, 3.824 heridos, 377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familias afectadas: nuevo balance de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réplica de M4,2 en San José del Palmar,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recibirá equipos de rescate de EE. UU., Israel, Ecuador y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 la mañana del 13 de agosto de 2026 (COT), unas 78 horas después del sismo, del balance de la UNGRD entregado por su director, David Santiago Tamayo: 273 muertos, 3.824 heridos, 377 desaparecidos, 40.753 familias (97.515 personas) afectadas, 12.584 viviendas destruidas y 74.873 averiadas, 172 edificios colapsados. Se ha declarado la emergencia económica.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2026-08-13T21:08:15Z</dcterms:created>
  <dcterms:modified xsi:type="dcterms:W3CDTF">2026-08-13T21:08:15Z</dcterms:modified>
</cp:coreProperties>
</file>