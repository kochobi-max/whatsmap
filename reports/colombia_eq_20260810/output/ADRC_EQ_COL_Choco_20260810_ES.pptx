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es.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es.png">    </p:cNvPr>
          <p:cNvPicPr>
            <a:picLocks noChangeAspect="1"/>
          </p:cNvPicPr>
          <p:nvPr/>
        </p:nvPicPr>
        <p:blipFill>
          <a:blip r:embed="rId3"/>
          <a:stretch>
            <a:fillRect/>
          </a:stretch>
        </p:blipFill>
        <p:spPr>
          <a:xfrm>
            <a:off x="4842049" y="1975104"/>
            <a:ext cx="2696878"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es.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 base: Natural Earth (110 m). Distancias calculadas a partir de coordenadas publicadas; las figuras son esquemáticas y no son mapas oficiales de amenaza.</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107 km    |    MMI VII (muy fuerte) — ShakeMap del USGS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Mismo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reporta la activación de la Carta Internacional «Espacio y Grandes Catástrofes» y la movilización del Servicio de Gestión de Emergencias Copernicus; los detalles están en verificación.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Carta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km al E de San José del Palmar, departamento del Chocó (unos 280 km al O de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4.9031 N, 76.1885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 USGS Mww 7.4. El SGC anunció inicialmente M6.6 a 79 km de profundidad y luego la revisó a M7.4; la profundidad del SGC se sitúa entre unos 96 y 103 km.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aprox. 96-103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el SGC explica por qué el temblor duró tanto</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reportada;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Reportada junto con la de M4.8 en los primeros boletines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events</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Total de réplicas registradas por 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SGC reportó más de 20 réplicas en las horas siguientes al sismo principal; la mayor réplica ampliamente sentida fue de M4.8 y también se reportó una de M2.8.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Se reporta la activación de la Carta Internacional «Espacio y Grandes Catástrofes» para este sismo y la movilización del Servicio de Gestión de Emergencias Copernicus, para proveer imágenes satelitales de evaluación de daños. Los números de activación y los productos derivados están en verificación.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Reportado / en verificación</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Cartografía rápida movilizada para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Reportado / en verificación</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el plan nacional de gestión del riesgo de desastres, alineado con el Marco de Sendái.</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OCDE: análisis de gobernanza del riesgo de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activaciones de cartografía rápida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2026-08-10T23:16:07Z</dcterms:created>
  <dcterms:modified xsi:type="dcterms:W3CDTF">2026-08-10T23:16:07Z</dcterms:modified>
</cp:coreProperties>
</file>