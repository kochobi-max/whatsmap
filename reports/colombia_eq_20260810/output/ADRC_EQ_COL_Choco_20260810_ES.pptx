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4"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35-1.png"/><Relationship Id="rId15" Type="http://schemas.openxmlformats.org/officeDocument/2006/relationships/slideLayout" Target="../slideLayouts/slideLayout1.xml"/><Relationship Id="rId1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www.infobae.com/colombia/2026/08/17/terremoto-en-colombia-ungrd-explica-la-reduccion-en-el-registro-de-fallecidos-y-desaparecidos/" TargetMode="External"/><Relationship Id="rId7"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8" Type="http://schemas.openxmlformats.org/officeDocument/2006/relationships/hyperlink" Target="https://www.infobae.com/colombia/2026/08/17/china-envia-80-toneladas-de-ayuda-a-colombia-tras-el-terremoto-asi-es-el-cargamento-que-llegara-a-bogota/" TargetMode="External"/><Relationship Id="rId9" Type="http://schemas.openxmlformats.org/officeDocument/2006/relationships/hyperlink" Target="https://www.semana.com/nacion/articulo/se-cumple-una-semana-del-fuerte-terremoto-que-estremecio-a-colombia-sgc-aclaro-todo-sobre-las-replicas/202600/" TargetMode="External"/><Relationship Id="rId10" Type="http://schemas.openxmlformats.org/officeDocument/2006/relationships/hyperlink" Target="https://bogota.gov.co/mi-ciudad/gobierno/ya-van-1174-toneladas-de-ayudas-y-donaciones-de-bogota-por-terremoto" TargetMode="External"/><Relationship Id="rId11" Type="http://schemas.openxmlformats.org/officeDocument/2006/relationships/hyperlink" Target="https://laopinion.co/colombia/terremoto-en-colombia-deja-304-muertos-4548-heridos-y-426-desaparecidos" TargetMode="External"/><Relationship Id="rId12" Type="http://schemas.openxmlformats.org/officeDocument/2006/relationships/hyperlink" Target="https://www.eluniversal.com.co/colombia/2026/08/18/terremoto-en-colombia-desaparecidos-aumentan-drasticamente-segun-ultimo-balance/" TargetMode="External"/><Relationship Id="rId1" Type="http://schemas.openxmlformats.org/officeDocument/2006/relationships/image" Target="../media/image-36-1.png"/><Relationship Id="rId13" Type="http://schemas.openxmlformats.org/officeDocument/2006/relationships/slideLayout" Target="../slideLayouts/slideLayout1.xml"/><Relationship Id="rId1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06:30 COT del 18 de agosto de 2026, ocho días después del sismo: 304 muertos, 4.548 heridos, 426 desaparecidos, 356 rescatados con vida, 123.789 familias (292.043 personas) afectadas en 472 municipios de 15 departamentos, 29.554 viviendas destruidas y 134.342 averiadas, 267 edificios colapsados y 5.808 con daños. El SGC había localizado 325 réplicas hasta el 17 de agosto. La UNGRD atribuye el movimiento de estos conteos a la verificación y consolidación de la información reportada desde los territorios. Todas las cifras son preliminares; cite la hora de corte junto con el número.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(10-18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(10-18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(10-18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(10-18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Decreto 1172 declara tres días de duelo nacional desde el 12 de agosto, con banderas a media asta en el país y en las misiones colombianas en el exterior. Esa misma noche la gobernadora del Chocó da por finalizada la fase de búsqueda y rescate del departamento tras hallar con vida a la última familia buscada en Quibdó, cuatro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07:30: 289 fallecidos, 4.187 heridos, 143 desaparecidos, 354 personas y 510 animales rescatados con vida; 120.238 familias (185.016 personas) afectadas en 450 municipios de 15 departamentos; 26.945 viviendas destruidas y 127.557 averiadas; 66 edificios colapsados. La UNGRD señala que las variaciones provienen de verificar y consolidar las cifras reportadas por los territorios, algunas enviadas sin verificar.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18:30: 287 fallecidos, 4.147 heridos, 194 desaparecidos, 355 personas y 496 animales rescatados con vida; 120.671 familias (185.996 personas) afectadas en 472 municipios de 15 departamentos; 26.392 viviendas destruidas y 127.608 averiadas; 197 edificios colapsados; 304 sedes de salud, 3.207 educativas y 4.059 comunitarias; 410 vías, 95 acueductos, 48 puentes vehiculares, 13 peatonales y cinco aeropuertos.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explica las reducciones en sus registros: cinco nombres salieron del listado de fallecidos y 177 del consolidado de desaparecidos porque una misma persona podía aparecer en varios reportes territoriales y contarse más de una vez durante la verificación; el cambio no corresponde necesariamente a nuevos hallazgos. La Cancillería reporta 222,5 toneladas de ayuda humanitaria y 144 integrantes de equipos internacionales recibidos, y afirma que no se ha excluido a ningún país; China anuncia 80 toneladas.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una semana, el SGC reporta 325 réplicas localizadas: San José del Palmar 111, El Litoral del San Juan 67, Sipí 61, a una profundidad media cercana a 100 km. La mayor sigue siendo el M4,8 del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304 fallecidos, 4.548 heridos, 426 desaparecidos, 356 rescatados con vida; 123.789 familias (292.043 personas) afectadas en 472 municipios de 15 departamentos; 29.554 viviendas destruidas y 134.342 averiadas; 267 edificios colapsados y 5.808 con daños; 303 sedes de salud, 3.443 educativas y 3.905 comunitarias. Fallecidos y desaparecidos suben tras varios días a la baja.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17 Aug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325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una semana: 325 réplicas, frente a 184 hasta las 07:00 del 14 de agosto y 103 a las 15:00 del 11. Por municipio: San José del Palmar 111, El Litoral del San Juan (Docordó) 67, Sipí 61. Profundidad media cercana a 100 km, y la mayor sigue siendo el M4,8 del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Una secuencia moderada y de decaimiento rápido es lo esperable en una ruptura de profundidad intermedia, pero el evento del 13 de agosto muestra que sigue habiendo sacudidas capaces de detener el rescate. El total publicado por el SGC llegó a 184 hasta las 07:00 del 14 de agosto -15 por encima de M3,0 y 2 por encima de M4,0- y a 325 en el corte del 17 de agosto, un ritmo coherente con el extracto del catálogo y con un decaimiento normal. Se concentran alrededor del epicentro a una profundidad media cercana a 100 km: la losa, no la corteza.</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304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4.548</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426</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06:30 COT del 18 de agosto. 123.789 familias (292.043 personas) afectadas en 472 municipios de 15 departamentos; 29.554 viviendas destruidas y 134.342 averiadas; 267 edificios colapsados; 356 rescatados con vida. Los fallecidos subieron de 287 a 304 y los desaparecidos de 194 a 426 -la lectura más alta- tras varios días a la baja. Cite la hora de corte junto con el número.</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Chocó cerró su fase de búsqueda el 12 de agosto; reporta 14 fallecidos y 138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es 304 en el corte de las 06:30 del 18 de agosto, frente a 287 la tarde del 16. La serie fue 273 (13 de agosto), 281, 285, 287, 288, 294, 289, 287 y ahora 304, y la UNGRD atribuye el movimiento en cualquier dirección a la verificación y consolidación de las cifras reportadas desde los territorios. Medicina Legal había recibido 250 cuerpos, con 227 reconocidos, en la lectura del 13 de agosto. Cite 304 con su hora de corte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426</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426 y 3.653 no miden lo mismo y ninguna de las dos cifras es errónea. 426 es el conteo oficial informado por la UNGRD con corte a las 06:30 del 18 de agosto, tomado del registro de la Fiscalía, y es la lectura más alta de la emergencia. La serie ha sido 496, 377, 378, 202, 320, 143, 194 y ahora 426, y se mueve en ambos sentidos porque al mismo tiempo se presentan, resuelven y depuran reportes; la UNGRD lo atribuye a la verificación y consolidación de las cifras enviadas desde los territorios. Un aumento no prueba que haya más personas atrapadas, igual que las bajas anteriores no fueron personas halladas: la cifra que mide hallazgos es la de rescatados con vida, 356, y el Chocó cerró su fase de búsqueda el 12 de agosto.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426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304 (UNGRD, corte de las 06:30 del 18 de agosto), frente a 287 la tarde del 16: el mayor salto desde los primeros días. La serie fue 273, 281, 285, 287, 288, 294, 289, 287 y ahora 304. Chocó, Risaralda y Valle del Cauca siguen siendo los más afectados. El 17 de agosto la UNGRD explicó las reducciones previas: cinco nombres habían salido del registro de fallecidos y 177 del consolidado de desaparecidos porque una misma persona podía aparecer en varios reportes territoriales y contarse más de una vez mientras se verificaba la información.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4.548 (UNGRD, corte de las 06:30 del 18 de agosto), frente a 4.147 la tarde del 16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426 (UNGRD, corte de las 06:30 del 18 de agosto), un alza fuerte desde 194 la tarde del 16 y la lectura más alta de la emergencia. La serie ha sido 496, 377, 378, 202, 320, 143, 194 y ahora 426: al mismo tiempo se presentan, resuelven y depuran reportes, y la UNGRD atribuye el movimiento a la verificación de los reportes territoriales. No mide cuántas personas siguen bajo los escombros; 356 han sido rescatadas con vida y el Chocó cerró su fase de búsqueda el 12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356 (UNGRD, corte de las 06:30 del 18 de agosto). Incluyen a una mujer rescatada en Cali casi 30 horas después del sismo, a otra liberada en Pereira tras 36 horas, a un bebé sacado de un bloque de apartamentos y a la familia de cuatro hallada con vida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municipios en 15 departamentos (UNGRD, 18 de agosto), sin cambio desde el 16, frente a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123.789 familias -292.043 personas- afectadas (UNGRD, corte de las 06:30 del 18 de agosto), frente a 120.671 familias (185.996 personas) el 16. Las personas aumentaron más de la mitad mientras las familias subieron un 3 %, de modo que el tamaño de hogar detrás del conteo ha cambiado a medida que la evaluación llega a municipios rurales.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163.896: 29.554 destruidas y 134.342 averiadas (UNGRD, corte de las 06:30 del 18 de agosto), frente a 154.000 el 16: la evaluación llega más lejos, no es daño nuevo.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134.342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29.554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267 colapsados y 5.808 con daños (UNGRD, corte de las 06:30 del 18 de agosto), frente a 197 colapsados el 16; el conteo de colapsos ha pasado por 172, 121, 66, 197 y ahora 267 a medida que se inspeccionan y reclasifican las estructuras. Asocapitales cuenta 243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303 con daños (UNGRD, corte de las 06:30 del 18 de agosto), frente a 304 el 16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3.443 afectados (UNGRD, corte de las 06:30 del 18 de agosto), frente a 3.207 el 16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3.905 con daños (UNGRD, corte de las 06:30 del 18 de agosto), frente a 4.059 el 16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vías afectadas (UNGRD, corte de las 18:30 del 16 de agosto), frente a 210 esa mañana y 18 el 10 de agosto; también 48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acueductos afectados (UNGRD, corte de las 18:30 del 16 de agosto), frente a 73 esa mañana,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Tres días de duelo nacional decretados mediante el Decreto 1172 desde el 12 de agosto, con la bandera a media asta en todos los edificios públicos y en las embajadas y consulados de Colombia en el exterior.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Chocó dio por finalizada su fase de búsqueda y rescate la noche del 12 de agosto; la gobernadora señaló que ya no quedaba nadie reportado bajo los escombros tras hallar con vida a la última familia buscada en Quibdó, y el departamento pasó a la atención de los afectados y la recuperación. Reporta 14 fallecidos, 138 heridos y 2.791 afectaciones materiales.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recolección de Bogotá había trasladado 1.174 toneladas de alimentos, aseo y kits de hábitat a cinco departamentos al 16 de agosto, con 900 unidades de sangre, 45 ingenieros, 18 funcionarios del acueducto y 10 vehículos para escombros. Solidaridad nacional, contada aparte de la ayuda internacional.</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Al 17 de agosto la Cancillería reportó 222,5 toneladas de ayuda humanitaria y 144 integrantes de equipos internacionales recibidos, y señaló que la asistencia llegó de manera ágil y sin restricciones al Chocó, el Valle del Cauca y el Eje Cafetero. Entregado hasta ahora: El Salvador 100 t, México 58,5 t, Chile 50 t, Perú 14 t. En preparación: Paraguay unas 52 t, India 20 t, Guatemala 1.600 kits de alimentos y 3.000 de aseo (unas 30 t), Luxemburgo 75 carpas familiares y cuatro multipropósito, Alemania 2.500 filtros de agua y 3.000 kits de cocina, Suecia 150 carpas familiares y 360 cobijas. China anunció 80 toneladas el 17 de agosto. El canciller afirmó que no se ha excluido a ningún país.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Se filtró el rescate, no la ayuda
</a:t>
            </a:r>
            <a:pPr algn="l" indent="0" marL="0">
              <a:buNone/>
            </a:pPr>
            <a:r>
              <a:rPr lang="en-US" sz="950" dirty="0">
                <a:solidFill>
                  <a:srgbClr val="7A2E0E"/>
                </a:solidFill>
                <a:latin typeface="Calibri" pitchFamily="34" charset="0"/>
                <a:ea typeface="Calibri" pitchFamily="34" charset="-122"/>
                <a:cs typeface="Calibri" pitchFamily="34" charset="-120"/>
              </a:rPr>
              <a:t>Los dos canales ya pueden cuantificarse por separado, y ese es el hallazgo.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La ayuda no se filtró: al 17 de agosto la Cancillería contaba 222,5 toneladas entregadas y 144 integrantes de equipos internacionales recibidos, de El Salvador, México, Chile y Perú, con Paraguay, India, Guatemala, Luxemburgo, Alemania, Suecia y China en camino y unos 1.300 millones de dólares en ofrecimientos sobre la mesa. El canciller afirma que no se ha excluido a ningún país. Ambas afirmaciones se sostienen a la vez porque describen cosas distintas, y esa es la distinción que conviene retener: los equipos de rescate operan dentro de una estructura de mando nacional y deben estar certificados y ser autosuficientes para servir; los insumos no. Bajo la Ley 1523 la respuesta la dirige Colombia y, aun así,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Decreto 1172: tres días de duelo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la gobernadora del Chocó da por finalizada la fase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16 de agosto: 289 fallecidos, 4.187 heridos y 143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fallecidos, 143 desaparecidos y más de 185.000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la UNGRD reduce las cifras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balance de la UNGRD del 16 de agosto por la tarde: 287 muertos, 4.147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rebaja los muertos y eleva los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la UNGRD explica la reducción en el registro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Cancillería: más de 220 toneladas de ayuda y 144 integrantes de equipos internacionales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envía 80 toneladas de ayuda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a una semana, el SGC aclara todo sobre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Bogotá — 1.174 toneladas de ayudas recaudadas para los municipios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Opinión — balance de la UNGRD del 18 de agosto: 304 muertos, 4.548 heridos, 426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Universal — los desaparecidos aumentan drásticamente en el último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06:30 COT del 18 de agosto de 2026, ocho días después del sismo: 304 muertos, 4.548 heridos, 426 desaparecidos, 356 rescatados con vida, 123.789 familias (292.043 personas) afectadas en 472 municipios de 15 departamentos, 29.554 viviendas destruidas y 134.342 averiadas, 267 edificios colapsados y 5.808 con daños. El SGC había localizado 325 réplicas hasta el 17 de agosto. La UNGRD atribuye el movimiento de estos conteos a la verificación y consolidación de la información reportada desde los territorios. Todas las cifras son preliminares; cite la hora de corte junto con el número.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2026-08-18T23:09:04Z</dcterms:created>
  <dcterms:modified xsi:type="dcterms:W3CDTF">2026-08-18T23:09:04Z</dcterms:modified>
</cp:coreProperties>
</file>