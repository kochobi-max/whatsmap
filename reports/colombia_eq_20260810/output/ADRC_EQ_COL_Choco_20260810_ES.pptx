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5-1.png"/><Relationship Id="rId2" Type="http://schemas.openxmlformats.org/officeDocument/2006/relationships/image" Target="../media/image-15-2.jpg"/><Relationship Id="rId4" Type="http://schemas.openxmlformats.org/officeDocument/2006/relationships/image" Target="../media/image-15-3.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eltiempo.com/mundo/mas-regiones/la-comunidad-internacional-se-vuelca-en-ayudas-para-colombia-lista-de-paises-que-han-ofrecido-apoyo-tras-el-terremoto-de-magnitud-7-3577512" TargetMode="External"/><Relationship Id="rId3" Type="http://schemas.openxmlformats.org/officeDocument/2006/relationships/hyperlink" Target="https://colombia.un.org/es/320793-informaci%C3%B3n-y-actualizaciones-sobre-el-terremoto-en-colombia"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reliefweb.int/country/col" TargetMode="External"/><Relationship Id="rId1" Type="http://schemas.openxmlformats.org/officeDocument/2006/relationships/image" Target="../media/image-16-1.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8-1.png"/><Relationship Id="rId2" Type="http://schemas.openxmlformats.org/officeDocument/2006/relationships/image" Target="../media/image-18-2.jp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0-1.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1-1.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3-1.png"/><Relationship Id="rId2" Type="http://schemas.openxmlformats.org/officeDocument/2006/relationships/image" Target="../media/image-23-2.jp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 Type="http://schemas.openxmlformats.org/officeDocument/2006/relationships/image" Target="../media/image-25-1.png"/><Relationship Id="rId16" Type="http://schemas.openxmlformats.org/officeDocument/2006/relationships/slideLayout" Target="../slideLayouts/slideLayout1.xml"/><Relationship Id="rId1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oecd.org/en/publications/risk-governance-scan-of-colombia_eeb81954-en.html"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france24.com/en/americas/20260810-powerful-quake-rocks-colombia-causing-major-damage" TargetMode="External"/><Relationship Id="rId6" Type="http://schemas.openxmlformats.org/officeDocument/2006/relationships/hyperlink" Target="https://www.aljazeera.com/news/2026/8/10/7-4-magnitude-earthquake-hits-colombia-killing-at-least-20" TargetMode="External"/><Relationship Id="rId7" Type="http://schemas.openxmlformats.org/officeDocument/2006/relationships/hyperlink" Target="https://www.cbsnews.com/news/colombia-earthquake-western-region-evacuations/" TargetMode="External"/><Relationship Id="rId8" Type="http://schemas.openxmlformats.org/officeDocument/2006/relationships/hyperlink" Target="https://www.nbcnews.com/world/latin-america/strong-earthquake-colombia-ecuador-people-evacuating-homes-buildings-rcna591709" TargetMode="External"/><Relationship Id="rId9" Type="http://schemas.openxmlformats.org/officeDocument/2006/relationships/hyperlink" Target="https://colombiaone.com/2026/08/10/earthquake-colombia-official-details/" TargetMode="External"/><Relationship Id="rId10" Type="http://schemas.openxmlformats.org/officeDocument/2006/relationships/hyperlink" Target="https://colombiaone.com/2026/08/10/colombia-national-disaster/" TargetMode="External"/><Relationship Id="rId11" Type="http://schemas.openxmlformats.org/officeDocument/2006/relationships/hyperlink" Target="https://www.infobae.com/colombia/2026/08/10/por-que-el-temblor-en-colombia-de-este-lunes-10-de-agosto-duro-una-eternidad-el-servicio-geologico-explico-que-paso/" TargetMode="External"/><Relationship Id="rId12" Type="http://schemas.openxmlformats.org/officeDocument/2006/relationships/hyperlink" Target="https://www3.nhk.or.jp/news/" TargetMode="External"/><Relationship Id="rId13" Type="http://schemas.openxmlformats.org/officeDocument/2006/relationships/hyperlink" Target="https://www.nikkei.com/article/DGXZQOGN108V30Q6A810C2000000/" TargetMode="External"/><Relationship Id="rId14" Type="http://schemas.openxmlformats.org/officeDocument/2006/relationships/hyperlink" Target="https://www.jiji.com/jc/article?k=2026081000878&amp;g=int" TargetMode="External"/><Relationship Id="rId15" Type="http://schemas.openxmlformats.org/officeDocument/2006/relationships/hyperlink" Target="https://www.savethechildren.org/us/about-us/media-and-news/2026-press-releases/children-at-risk-after-earthquake-strikes-colombia" TargetMode="External"/><Relationship Id="rId1" Type="http://schemas.openxmlformats.org/officeDocument/2006/relationships/image" Target="../media/image-26-1.png"/><Relationship Id="rId16" Type="http://schemas.openxmlformats.org/officeDocument/2006/relationships/slideLayout" Target="../slideLayouts/slideLayout1.xml"/><Relationship Id="rId1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directrelief.org/2026/08/colombia-earthquake-7-4-magnitude-direct-relief-response/" TargetMode="External"/><Relationship Id="rId3" Type="http://schemas.openxmlformats.org/officeDocument/2006/relationships/hyperlink" Target="https://www.americares.org/crisis-alerts/colombia-earthquake-august-2026/" TargetMode="External"/><Relationship Id="rId4" Type="http://schemas.openxmlformats.org/officeDocument/2006/relationships/hyperlink" Target="https://glidenumber.net/" TargetMode="External"/><Relationship Id="rId5" Type="http://schemas.openxmlformats.org/officeDocument/2006/relationships/hyperlink" Target="https://www.adrc.asia/" TargetMode="External"/><Relationship Id="rId6" Type="http://schemas.openxmlformats.org/officeDocument/2006/relationships/hyperlink" Target="https://www.democrata.es/en/international/von-der-leyen-expresses-the-eu-s-support-for-colombia-and-activates-copernicus-after-the-earthquake/" TargetMode="External"/><Relationship Id="rId7" Type="http://schemas.openxmlformats.org/officeDocument/2006/relationships/hyperlink" Target="https://www.globalquakemodel.org/proj/treq" TargetMode="External"/><Relationship Id="rId8" Type="http://schemas.openxmlformats.org/officeDocument/2006/relationships/hyperlink" Target="https://cloud-storage.globalquakemodel.org/public/wix-new-website/pdf-collections-wix/publications/TREQ%20deliverables/reports/TREQ_D262_Riesgo_Sismico_Cali_v1.00.pdf" TargetMode="External"/><Relationship Id="rId9" Type="http://schemas.openxmlformats.org/officeDocument/2006/relationships/hyperlink" Target="https://www.sciencedirect.com/science/article/abs/pii/S2212420925003097" TargetMode="External"/><Relationship Id="rId10" Type="http://schemas.openxmlformats.org/officeDocument/2006/relationships/hyperlink" Target="https://satic.cali.gov.co/satic" TargetMode="External"/><Relationship Id="rId11" Type="http://schemas.openxmlformats.org/officeDocument/2006/relationships/hyperlink" Target="https://www.cali.gov.co/gestiondelriesgo/" TargetMode="External"/><Relationship Id="rId12" Type="http://schemas.openxmlformats.org/officeDocument/2006/relationships/hyperlink" Target="https://portal.gestiondelriesgo.gov.co/Paginas/Plan-Nacional-de-Gestion-del-Riesgo.aspx" TargetMode="External"/><Relationship Id="rId13" Type="http://schemas.openxmlformats.org/officeDocument/2006/relationships/hyperlink" Target="https://www.funcionpublica.gov.co/eva/gestornormativo/norma.php?i=191411" TargetMode="External"/><Relationship Id="rId14" Type="http://schemas.openxmlformats.org/officeDocument/2006/relationships/hyperlink" Target="https://www.emsc-csem.org/" TargetMode="External"/><Relationship Id="rId15" Type="http://schemas.openxmlformats.org/officeDocument/2006/relationships/hyperlink" Target="https://catalogosismico.sgc.gov.co/visor/index.html" TargetMode="External"/><Relationship Id="rId1" Type="http://schemas.openxmlformats.org/officeDocument/2006/relationships/image" Target="../media/image-27-1.png"/><Relationship Id="rId16" Type="http://schemas.openxmlformats.org/officeDocument/2006/relationships/slideLayout" Target="../slideLayouts/slideLayout1.xml"/><Relationship Id="rId1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3" Type="http://schemas.openxmlformats.org/officeDocument/2006/relationships/hyperlink" Target="https://www.elespectador.com/colombia/mas-regiones/temblor-en-colombia-hoy-10-de-agosto-en-vivo-epicentro-y-reporte-de-afectaciones/" TargetMode="External"/><Relationship Id="rId4" Type="http://schemas.openxmlformats.org/officeDocument/2006/relationships/hyperlink" Target="https://www.noticiascaracol.com/colombia/en-vivo-colombia-hoy-tras-terremoto-de-magnitud-7-4-continuan-las-labores-de-rescate-so35" TargetMode="External"/><Relationship Id="rId5" Type="http://schemas.openxmlformats.org/officeDocument/2006/relationships/hyperlink" Target="https://rpp.pe/mundo/colombia/abelardo-de-la-espriella-cifra-en-181-los-muertos-por-el-terremoto-59-menos-que-datos-regionales-noticia-1701022" TargetMode="External"/><Relationship Id="rId6" Type="http://schemas.openxmlformats.org/officeDocument/2006/relationships/hyperlink" Target="https://www.eltiempo.com/colombia/otras-ciudades/cuantas-replicas-se-han-registrado-tras-el-terremoto-de-7-4-en-colombia-estas-son-todas-las-magnitudes-3577711" TargetMode="External"/><Relationship Id="rId7" Type="http://schemas.openxmlformats.org/officeDocument/2006/relationships/hyperlink" Target="https://www.semana.com/tecnologia/articulo/servicio-geologico-revela-el-numero-total-de-replicas-que-ha-habido-en-colombia-tras-fuerte-terremoto-que-estremecio-al-pais/202641/" TargetMode="External"/><Relationship Id="rId8" Type="http://schemas.openxmlformats.org/officeDocument/2006/relationships/hyperlink" Target="https://www.mofa.go.jp/mofaj/la_c/sa/co/pageit_000001_00001.html" TargetMode="External"/><Relationship Id="rId9" Type="http://schemas.openxmlformats.org/officeDocument/2006/relationships/hyperlink" Target="https://x.com/MofaJapan_jp/status/2087155064855261537" TargetMode="External"/><Relationship Id="rId10" Type="http://schemas.openxmlformats.org/officeDocument/2006/relationships/hyperlink" Target="https://www.eltiempo.com/mundo/mas-regiones/la-comunidad-internacional-se-vuelca-en-ayudas-para-colombia-lista-de-paises-que-han-ofrecido-apoyo-tras-el-terremoto-de-magnitud-7-3577512" TargetMode="External"/><Relationship Id="rId11" Type="http://schemas.openxmlformats.org/officeDocument/2006/relationships/hyperlink" Target="https://colombia.un.org/es/320793-informaci%C3%B3n-y-actualizaciones-sobre-el-terremoto-en-colombia" TargetMode="External"/><Relationship Id="rId12" Type="http://schemas.openxmlformats.org/officeDocument/2006/relationships/hyperlink" Target="https://news.un.org/es/story/2026/08/1541792" TargetMode="External"/><Relationship Id="rId1" Type="http://schemas.openxmlformats.org/officeDocument/2006/relationships/image" Target="../media/image-28-1.png"/><Relationship Id="rId13" Type="http://schemas.openxmlformats.org/officeDocument/2006/relationships/slideLayout" Target="../slideLayouts/slideLayout1.xml"/><Relationship Id="rId1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9-1.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0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El balance creció con fuerza en los dos primeros días: 111 muertos en el corte de las 13:00 COT del 10 de agosto, 132 esa misma tarde, y 182 muertos con 2.542 heridos y 189 desaparecidos en el reporte de situación de la UNGRD del 11 de agosto, frente a 240 muertos al sumar lo anunciado por departamentos y ciudades —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11 de agosto de 2026, 17:00 COT (12 de agosto, 07:00 JST), unas 33 horas después del sismo. El reporte de situación de la UNGRD registra 182 muertos, 2.542 heridos y 189 desaparecidos; el balance del Presidente, 181 muertos; la suma de lo anunciado por departamentos y ciudades llega a 240. Se muestran las tres. Las cifras son preliminares y siguen en aumento.</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(10-12 de agosto)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(10-12 de agosto)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Noche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búsqueda continúa durante la noche. El Presidente reporta 700 heridos en el país y cerca de 5.000 viviendas averiadas o destruidas, declara a los desaparecidos la prioridad del Estado y ordena el traslado de uniformados a Cali para resguardar el orden. El alcalde de Cali reporta 85 muertos, 885 heridos y 188 desaparecidos; los Bomberos de Pereira reportan 66 muertos; cerca de 100 personas están desaparecidas en Manizales. Cinco ciudades capitales -Cali, Pereira, Quibdó, Manizales y Armenia- siguen en alerta roja.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de situación de la UNGRD registra 182 muertos, 2.542 heridos y 189 desaparecidos, con 13.067 viviendas averiadas y 2.501 destruidas, 93 centros de salud, 884 instituciones educativas, 427 equipamientos comunitarios y 77 vías afectadas. El Presidente cifra el balance en 181 muertos, 97,6 % de ellos en ciudades capitales. Se agradece la ayuda de Ecuador, El Salvador y Rusia.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total de réplicas publicado por el SGC llega a 103 a las 15:00 COT -97 de M3,0 o menos, 5 entre M3,0 y M4,0, una por encima de M4,0- y una M3,9 durante el día obliga a evacuar edificios en varias ciudades afectadas. Su catálogo para el mismo periodo contiene 147 eventos localizados, cifra más amplia que incluye la sismicidad de fondo.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revisa su solución del sismo principal a M7.4 a 103 km de profundidad, 4,99 N 76,29 O, localizada con 119 estaciones y 208 fases. Su primer boletín había dado M6.6 a 79 km y el segundo 7.4 a 96 km con 69 estaciones.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Primera Ministra del Japón expresa sus condolencias (21:31 JST) y el Ministro de Asuntos Exteriores, Motegi, emite un mensaje de condolencias en el que señala que el Gobierno del Japón está dispuesto a prestar la asistencia que se requiera y manifiesta su firme solidaridad con el pueblo colombiano.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Japón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Funcionarios de la Alcaldía de Cali reportan 107 edificaciones colapsadas, 643 con daños estructurales y 18 con orden de evacuación; 230 personas atrapadas, 88 rescatadas, 69 fallecidos y 1.008 heridos en la ciudad.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OCHA señala que el sistema humanitario está listo para apoyar a Colombia y menciona agua potable, kits de higiene y artículos del hogar, salud, alimentos y alojamiento como necesidades prioritarias; no se ha recibido una solicitud formal de asistencia de las autoridades colombianas.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ONU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12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revisado 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El USGS y el SGC coinciden en el tamaño. El SGC revisó su solución a las 14:20 UTC del 11 de agosto a 103 km con 119 estaciones y 208 fases; la localización revisada está a 17 km de la del USGS y sus profundidades difieren en 7 km, de modo que ambas han convergido al leerse más estaciones. Las distancias epicentrales de este informe se miden desde la localización del USGS. Los boletines del SGC siguen sujetos a cambios.</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estaba muy por encima de los 111 muertos reportados nueve horas después del evento; a las 33 horas el balance reportado había subido a 182-240, dentro de la banda de 100-1.000 del PAGER, a la que el modelo asignaba una probabilidad menor pero apreciable. La brecha es normal en esta etapa y se estrecha a medida que la observación reemplaza a las pérdidas modeladas.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mayor réplica, 44 minutos después del sismo principal: San José del Palmar, profundidad 94 km, a 19 km del epicentro (SGC2026pqryij). El USGS cataloga el mismo evento como mb 5,0 a 98,5 km.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profundidad 88 km. Es el evento que dos entidades regionales publicaron como M4,7 en el boletín multiagencia; la solución del SGC es 0,9 unidades menor.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profundidades de 96 km y 92 km. El evento de las 10:43 se sintió con fuerza suficiente para evacuar edificios en varias de las ciudades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17:24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147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Catálogo del SGC, 34 horas después del sismo principal: 60 por debajo de M2,0, 76 entre M2,0 y 2,9, 10 entre M3,0 y 3,9, uno entre M4,0 y 4,9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El SGC localizó 147 eventos en las 34 horas posteriores al sismo principal. Solo uno superó M4,0 -la M4,8 ocurrida 44 minutos después- y el 92 % estuvo por debajo de M3,0, de modo que ninguna réplica se ha acercado al tamaño del sismo principal. Noventa y seis de los 147 se ubican a 60 km de profundidad o más y a menos de 80 km del epicentro: ese subconjunto es la secuencia intraplaca propiamente dicha, y su curva acumulada sigue de cerca los totales publicados por el SGC. El resto es sismicidad de fondo que el mismo catálogo registra, y por eso un conteo bruto va por delante de la cifra oficial de réplicas. Una secuencia modesta y de decaimiento rápido es lo que cabe esperar de una ruptura de profundidad intermedia.</a:t>
            </a:r>
            <a:endParaRPr lang="en-US" sz="950" dirty="0"/>
          </a:p>
        </p:txBody>
      </p:sp>
      <p:pic>
        <p:nvPicPr>
          <p:cNvPr id="6" name="Image 1" descr="/home/user/whatsmap/reports/colombia_eq_20260810/images/aftershock_counts_es.png">    </p:cNvPr>
          <p:cNvPicPr>
            <a:picLocks noChangeAspect="1"/>
          </p:cNvPicPr>
          <p:nvPr/>
        </p:nvPicPr>
        <p:blipFill>
          <a:blip r:embed="rId2"/>
          <a:stretch>
            <a:fillRect/>
          </a:stretch>
        </p:blipFill>
        <p:spPr>
          <a:xfrm>
            <a:off x="7623520" y="3200400"/>
            <a:ext cx="3534736"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eventos localizados por el SGC tras el sismo principal (ADRC, del catálogo del SGC)</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Datos: extracto del catálogo del SGC para la región, del 10 de agosto 07:34 al 11 de agosto 17:24 COT, 148 filas incluido el sismo principal, cada una con su identificador SGC y estado revisado (“manual”); aportado por el autor y conservado en este repositorio como images/sgc_aftershocks.csv. Ambos paneles se generan a partir de ese archivo, de modo que la figura es reproducible y cada evento puede verificarse en sgc.gov.co por su identificador. La fila del sismo principal en el extracto (103 km en 4,99 N 76,29 O) coincide con la página del evento del SGC revisada el 11 de agosto, lo que sirve de verificación del extracto en su conjunto.</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total del SGC: 103 réplicas hasta las 15:00 del 11 de agosto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réplicas y sus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182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2.542</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Viviendas afectadas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15.568</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Reporte de situación de la UNGRD, 11 de agosto. El balance del Presidente del mismo día da 181 muertos; la suma de los anuncios departamentales y municipales, 240. Viviendas: 13.067 averiadas y 2.501 destruidas.</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La Gobernación cuenta más: 95 en Cali más 35 en otros municipios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El departamento reporta alrededor de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Cuatro menores siguen desaparecidos bajo un colegio colapsado en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luego 4 y luego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El gráfico muestra el desglose del Presidente del 11 de agosto, que suma 181 y sitúa el 97,6 % de los muertos en ciudades capitales. El reporte de situación de la UNGRD del mismo día da 182. Sumar lo que departamentos y ciudades anunciaron por separado da 240 -59 más que la cifra del Presidente- porque esos conteos incluyen municipios fuera de las capitales y se emitieron a horas distintas. El informe conserva las tres en vez de elegir una: la cifra nacional oficial es la que debe citarse; la suma departamental anticipa hacia dónde va. Cali también se reporta de tres maneras: 97 en el desglose del Presidente, 85 por el alcalde el 11 de agosto y 69 en el propio reporte municipal, que no indica hora de corte.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balance de la UNGRD: 182 muertos, 2.542 heridos, 189 desaparecidos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los 181 del Presidente son 59 menos que los datos regionales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Balance de Asocapitales — 132 muertos, más de 570 heridos, por ciudades</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reporte municipal de daños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Funcionarios de la Alcaldía de Santiago de Cali. Son cifras de la ciudad; no son el desglose de ningún corte nacional.</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Fallecidos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Heridos</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atrapadas</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rescatadas</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colapsadas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con daños estructurales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Edificios con orden de evacuación</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atrapadas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rescatadas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Fallecidos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Heridos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estas cifras frente a las otras de Cali
</a:t>
            </a:r>
            <a:pPr algn="l" indent="0" marL="0">
              <a:buNone/>
            </a:pPr>
            <a:r>
              <a:rPr lang="en-US" sz="950" dirty="0">
                <a:solidFill>
                  <a:srgbClr val="7A2E0E"/>
                </a:solidFill>
                <a:latin typeface="Calibri" pitchFamily="34" charset="0"/>
                <a:ea typeface="Calibri" pitchFamily="34" charset="-122"/>
                <a:cs typeface="Calibri" pitchFamily="34" charset="-120"/>
              </a:rPr>
              <a:t>El conteo propio de la ciudad, 69 fallecidos, queda por debajo de los 85 que dio el alcalde el 11 de agosto y de los 97 del desglose presidencial de ese mismo día, mientras que sus 1.008 heridos superan los 885 del alcalde. El reporte municipal no indica hora de corte, de modo que no puede ubicarse en esa secuencia: puede ser una foto anterior o un conteo más estricto de fallecidos confirmados por la propia ciudad. Hasta que la ciudad indique su corte, conviene citar las cifras nacionales para el panorama nacional y usar estas para lo que solo reporta el municipio: edificaciones colapsadas y con daños estructurales, órdenes de evacuación y la relación entre atrapados y rescatados.</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personas atrapadas frente a 88 rescatadas es la cifra que marca las próximas 48 horas en Cali: es la carga de trabajo de búsqueda y rescate, y es mayor que el número de fallecidos de la ciudad.</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Funcionarios de la Alcaldía de Santiago de Cali, recibido el 12 de agosto de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182 (reporte de situación de la UNGRD, 11 de agosto) / 181 (Presidente, de los cuales 97,6 % en ciudades capitales) / 240 al sumar lo anunciado por departamentos y ciudades. El balance del Gobierno del 10 de agosto a las 13:00 COT era de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Presidencia; gobernaciones y alcaldías vía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2.542 (UNGRD, 11 de agosto), frente a 700 ese mismo día y 87 en el balance del 10 de agosto. Un conteo parcial regional y de Asocapitales da 1.310.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Presidencia;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 atrapados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189 en el país (UNGRD, 11 de agosto). Funcionarios de la Alcaldía de Cali reportan 230 personas atrapadas y 88 rescatadas en esa ciudad; cuatro menores están desaparecidos bajo un colegio colapsado en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Alcaldía de Cali;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 en Chocó, Risaralda, Caldas, Valle del Cauca, Quindío y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15.568 viviendas afectadas: 13.067 averiadas y 2.501 destruidas (UNGRD, 11 de agosto), frente a las 1.612 contabilizadas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averiadas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13.067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2.501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80 en el país (11 de agosto), frente a 61 el 10 de agosto. Funcionarios de la Alcaldía de Cali reportan 107 colapsadas solo en esa ciudad, 643 más con daños estructurales y 18 con orden de evacuación; en Manizales 17 colapsados y 19 con colapso parcial.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11 de agosto; UNGRD; Alcaldía de Cali; 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93 con daños (UNGRD, 11 de agosto), frente a 18 el 10 de agosto;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884 con daños (UNGRD, 11 de agosto), frente a 52 el 10 de agosto;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427 con daños (UNGRD, 11 de agosto), frente a 17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vías con daños (UNGRD, 11 de agosto), frente a 18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y operaciones suspendidas en siete;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Estados Unidos: 15,5 millones de dólares en asistencia de emergencia anunciados el 10 de agosto, para alojamiento de emergencia, alimentos, protección y evaluación de daños.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Unión Europea: se activó el Mecanismo de Protección Civil de la UE y se liberaron 100.000 euros iniciales de financiación humanitaria, canalizados a través de la Cruz Roja Alemana, cuyos equipos ya estaban en el país. Copernicus se puso a disposición de las autoridades colombianas y se activó el mecanismo consular de crisis de la UE para ciudadanos europeos en la zona afectada. La Presidenta de la Comisión y la Alta Representante señalaron que la UE está lista para aportar más si es necesario.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11 de agosto a las 21:31 JST (07:31 COT) la Primera Ministra, Takaichi Sanae, expresó sus condolencias -«Japón está con Colombia en este momento difícil»-. El Ministro de Asuntos Exteriores, Motegi, emitió el siguiente mensaje: «Con ocasión del sismo ocurrido el 10 de agosto en la República de Colombia, expreso mis sinceras condolencias a las víctimas y mi más sentido pésame a todas las personas afectadas. Asimismo, el Gobierno del Japón está dispuesto a prestar la asistencia que se requiera. Japón manifiesta su firme solidaridad con el pueblo colombiano.» Al momento de redactar no se había anunciado el envío del Equipo Japonés de Socorro en Casos de Desastre ni una cooperación financiera no reembolsable de emergencia.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reportaron ofrecimientos de Chile, Perú, Panamá, Argentina, Brasil, Venezuela, Bolivia, Guatemala, Cuba, El Salvador, España, Italia, Francia, Alemania, Suiza, Israel y Ucrania: equipos USAR, personal médico y paramédico, insumos y observación satelital. El banco de desarrollo CAF anunció una donación de 500.000 dólares.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Naciones Unidas: la OCHA señaló que el sistema humanitario está listo para apoyar a Colombia, y su análisis preliminar de necesidades menciona agua potable, kits de higiene y artículos del hogar, atención en salud, asistencia alimentaria y alojamiento. Al 11 de agosto la ONU no había recibido una solicitud formal de asistencia de las autoridades colombianas.</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Hay ofrecimientos; Colombia no ha solicitado
</a:t>
            </a:r>
            <a:pPr algn="l" indent="0" marL="0">
              <a:buNone/>
            </a:pPr>
            <a:r>
              <a:rPr lang="en-US" sz="950" dirty="0">
                <a:solidFill>
                  <a:srgbClr val="7A2E0E"/>
                </a:solidFill>
                <a:latin typeface="Calibri" pitchFamily="34" charset="0"/>
                <a:ea typeface="Calibri" pitchFamily="34" charset="-122"/>
                <a:cs typeface="Calibri" pitchFamily="34" charset="-120"/>
              </a:rPr>
              <a:t>A dos días del sismo, el patrón es un gran volumen de ofrecimientos y un gobierno que no los ha convertido en solicitudes: al 11 de agosto la ONU no tenía una solicitud formal, y la ayuda bilateral que efectivamente se ha movido es dinero (15,5 millones de dólares de Estados Unidos, 100.000 euros de la UE, 500.000 dólares de la CAF) más el grupo USAR del Ecuador y la cartografía satelital. Bajo la Ley 1523 la respuesta la dirige Colombia, y los ofrecimientos se canalizan por la Cancillería junto con la UNGRD; la pregunta para los próximos días es si la carga de búsqueda y rescate -230 atrapados solo en Cali- supera la capacidad nacional lo bastante rápido como para cambiar ese cuadro.</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860" dirty="0"/>
          </a:p>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860" dirty="0"/>
          </a:p>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El balance se multiplicó a medida que la evaluación alcanzó los daños. En 33 horas los muertos pasaron de 111 a 182 en los propios reportes de la UNGRD, los heridos de 87 a 2.542, las viviendas afectadas de 1.612 a 15.568, los establecimientos educativos de 52 a 884 y las vías de 18 a 77. No ocurrió nada nuevo que provocara esos saltos; los equipos simplemente llegaron a donde no habían llegado. Dos lecciones para leer las cifras tempranas: los números del primer día describen el alcance de la evaluación y no el tamaño del desastre, y el total nacional va por detrás de los departamentales -aquí, 59 muertos en un solo día.</a:t>
            </a:r>
            <a:endParaRPr lang="en-US" sz="860" dirty="0"/>
          </a:p>
          <a:p>
            <a:pPr algn="l" marL="342900" indent="-342900">
              <a:buSzPct val="100000"/>
              <a:buChar char="•"/>
            </a:pPr>
            <a:r>
              <a:rPr lang="en-US" sz="86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860" dirty="0"/>
          </a:p>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860" dirty="0"/>
          </a:p>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Riesgo de las réplicas para las edificaciones averiadas. El SGC localizó 147 eventos en 34 horas, el 92 % por debajo de M3,0 y solo uno por encima de M4,0: tan modesto como predice una ruptura intraplaca de profundidad intermedia. El punto operativo no es esa estadística: la M4,8 del 10 de agosto se sintió ampliamente y la M3,9 del 11 volvió a vaciar edificios en varias ciudades. Las estructuras que el sismo principal dejó en pie pero averiadas han perdido capacidad, de modo que la evaluación rápida de habitabilidad antes de volver a ocuparlas importa más que el número de réplicas.</a:t>
            </a:r>
            <a:endParaRPr lang="en-US" sz="860" dirty="0"/>
          </a:p>
          <a:p>
            <a:pPr algn="l" marL="342900" indent="-342900">
              <a:buSzPct val="100000"/>
              <a:buChar char="•"/>
            </a:pPr>
            <a:r>
              <a:rPr lang="en-US" sz="86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86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en vivo, 11 de agosto (Cali sube a 85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Asocapitales — 132 muertos, más de 570 heridos, por ciudades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balance de la UNGRD: 182 muertos, 2.542 heridos, 189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los 181 del Presidente son 59 menos que los datos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réplicas y sus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total del SGC: 103 réplicas hasta las 15:00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 mensaje del Ministro Motegi sobre el sismo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en X — publicación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lista de países que han ofrecido apoyo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Naciones Unidas en Colombia — información y actualizaciones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ONU — la ONU ofrece apoyo a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11 de agosto de 2026, 17:00 COT (12 de agosto, 07:00 JST), unas 33 horas después del sismo. El reporte de situación de la UNGRD registra 182 muertos, 2.542 heridos y 189 desaparecidos; el balance del Presidente, 181 muertos; la suma de lo anunciado por departamentos y ciudades llega a 240. Se muestran las tres. Las cifras son preliminares y siguen en aumento.</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2026-08-12T00:19:17Z</dcterms:created>
  <dcterms:modified xsi:type="dcterms:W3CDTF">2026-08-12T00:19:17Z</dcterms:modified>
</cp:coreProperties>
</file>