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28-1.png"/><Relationship Id="rId15" Type="http://schemas.openxmlformats.org/officeDocument/2006/relationships/slideLayout" Target="../slideLayouts/slideLayout1.xml"/><Relationship Id="rId1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29-1.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 Type="http://schemas.openxmlformats.org/officeDocument/2006/relationships/image" Target="../media/image-32-1.png"/><Relationship Id="rId11" Type="http://schemas.openxmlformats.org/officeDocument/2006/relationships/slideLayout" Target="../slideLayouts/slideLayout1.xml"/><Relationship Id="rId1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12 de agosto de 2026, tarde COT (mañana del 13 en JST), unas 60 horas después del sismo, del balance de la UNGRD anunciado por el Presidente en el Palacio de San Carlos: 265 muertos, 3.494 heridos, 496 desaparecidos, 25.872 familias (53.816 personas) afectadas, 11.347 viviendas destruidas y 53.526 averiadas, 140 edificios colapsados. Se ha declarado la emergencia económica.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Desde el Palacio de San Carlos el Presidente anuncia el balance actualizado de la UNGRD: 265 muertos, 3.494 heridos, 496 desaparecidos, 25.872 familias (53.816 personas) afectadas, 11.347 viviendas destruidas y 53.526 averiadas, 1.819 centros educativos y 631 equipamientos comunitarios afectados. También anuncia la declaratoria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Catálogo del SGC, 34 horas después del sismo principal: 60 por debajo de M2,0, 76 entre M2,0 y 2,9, 10 entre M3,0 y 3,9, uno entre M4,0 y 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El SGC localizó 147 eventos en las 34 horas posteriores al sismo principal. Solo uno superó M4,0 -la M4,8 ocurrida 44 minutos después- y el 92 % estuvo por debajo de M3,0, de modo que ninguna réplica se ha acercado al tamaño del sismo principal. Noventa y seis de los 147 se ubican a 60 km de profundidad o más y a menos de 80 km del epicentro: ese subconjunto es la secuencia intraplaca propiamente dicha, y su curva acumulada sigue de cerca los totales publicados por el SGC. El resto es sismicidad de fondo que el mismo catálogo registra, y por eso un conteo bruto va por delante de la cifra oficial de réplicas. Una secuencia modesta y de decaimiento rápido es lo que cabe esperar de una ruptura de profundidad intermedia.</a:t>
            </a:r>
            <a:endParaRPr lang="en-US" sz="9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265</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3.494</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496</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de la UNGRD anunciado por el Presidente la tarde del 12 de agosto. 25.872 familias (53.816 personas) afectadas; 11.347 viviendas destruidas y 53.526 averiadas. Los heridos se revisaron a la baja desde 3.755 ese mismo día al depurarse registros duplicados.</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 cifra nacional llegó a 265 la tarde del 12 de agosto, anunciada por el Presidente a partir del balance de la UNGRD. Ese mismo día antes era 239, la suma de anuncios departamentales y municipales daba 254, Asocapitales contaba 234 en las ciudades capitales y Medicina Legal había recibido 202 cuerpos con 121 identificados. Cítese 265 como cifra nacional oficial y 202 como el piso confirmado forensemente. El gráfico es el desglose presidencial del 11 de agosto (181) y muestra la forma de la distribución -muertos concentrados en Risaralda (Pereira) y Valle del Cauca (Cali)-, no un conteo actual.</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496</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496 y 3.653 no son la misma medida y ninguna es errónea. 496 es lo que la UNGRD registra como desaparecidos reportados la tarde del 12 de agosto, frente a 287 ese mismo día y 195 el anterior; está ligado a los sitios de búsqueda y a los reportes oficiales. 3.653 es el número de personas registradas por sus familias en la plataforma ciudadana «Colombia te busca» y aún no localizadas: una iniciativa comunitaria, no un registro estatal, que no reemplaza el reporte a la Policía ni a la Fiscalía y que contendrá duplicados y personas simplemente incomunicadas donde no hay energía ni telefonía. Cabe esperar que la cifra de la plataforma caiga al restablecerse las comunicaciones y que la oficial siga subiendo a medida que se verifiquen los reportes. Cítese 496 como el conteo de desaparecidos; cítese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265 (UNGRD, anunciado por el Presidente la tarde del 12 de agosto), frente a 239 ese mismo día. La suma de los anuncios departamentales y municipales daba 254; Medicina Legal había recibido 202 cuerpos a las 07:00, 121 identificados.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Presidencia,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3.494 (UNGRD, tarde del 12 de agosto). La cifra anterior de ese día era 3.755; la revisión a la baja refleja la depuración de registros duplicados.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496 (UNGRD, tarde del 12 de agosto), frente a 287 ese mismo día y 195 el día anterior.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 (a las 20:00 COT del 11 de agosto), incluida una mujer rescatada en Cali casi 30 horas después del sismo y un bebé sacado de un edificio de apartamentos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Balance nacional provisional,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403 municipios en 14 departamentos (UNGRD, 12 de agosto), frente a «más de 20»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25.872 familias -53.816 personas- directamente afectadas (UNGRD, tarde del 12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64.873: 11.347 destruidas y 53.526 averiadas (UNGRD, tarde del 12 de agosto), frente a unas 54.000 ese mismo día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53.526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11.347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140 en el país (UNGRD, 12 de agosto), frente a más de 80 el 11 de agosto y 61 el 10. Asocapitales cuenta 243 estructuras colapsadas en las ciudades capitales; la Alcaldía de Cali reporta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con daños (UNGRD, 11 de agosto), frente a 18 el 10 de agosto;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1.819 afectados (UNGRD, tarde del 12 de agosto), frente a 884 ese mismo día y 52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631 con daños (UNGRD, tarde del 12 de agosto), frente a 427 ese mismo día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vías con daños (UNGRD, 11 de agosto), frente a 18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y operaciones suspendidas en siete;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70" dirty="0"/>
          </a:p>
          <a:p>
            <a:pPr algn="l" marL="342900" indent="-342900">
              <a:buSzPct val="100000"/>
              <a:buChar char="•"/>
            </a:pPr>
            <a:r>
              <a:rPr lang="en-US" sz="77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La tarde del 12 de agosto el Presidente anunció la declaratoria de emergencia económica, mecanismo constitucional destinado a acelerar la respuesta.</a:t>
            </a:r>
            <a:endParaRPr lang="en-US" sz="77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De los ofrecimientos a la aceptación
</a:t>
            </a:r>
            <a:pPr algn="l" indent="0" marL="0">
              <a:buNone/>
            </a:pPr>
            <a:r>
              <a:rPr lang="en-US" sz="950" dirty="0">
                <a:solidFill>
                  <a:srgbClr val="7A2E0E"/>
                </a:solidFill>
                <a:latin typeface="Calibri" pitchFamily="34" charset="0"/>
                <a:ea typeface="Calibri" pitchFamily="34" charset="-122"/>
                <a:cs typeface="Calibri" pitchFamily="34" charset="-120"/>
              </a:rPr>
              <a:t>Durante dos días Colombia aceptó dinero y cartografía satelital, pero no rescatistas extranjeros, y la ONU no tenía una solicitud formal. Eso cambió el 12 de agosto: con 287 desaparecidos y cerca de 54.000 viviendas afectadas, el Gobierno aceptó equipos USAR de Israel, Ecuador, El Salvador y Estados Unidos, y puso como condición la clasificación INSARAG, el filtro adecuado para equipos que deben ser autosuficientes e interoperables. La lección no es que la demora fuera un error, sino que el umbral es la capacidad nacional: bajo la Ley 1523 la respuesta la dirige Colombia, y la solicitud llegó cuando la carga de búsqueda superó a los equipos disponibles.</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muertos, 3.494 heridos, 496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12 de agosto de 2026, tarde COT (mañana del 13 en JST), unas 60 horas después del sismo, del balance de la UNGRD anunciado por el Presidente en el Palacio de San Carlos: 265 muertos, 3.494 heridos, 496 desaparecidos, 25.872 familias (53.816 personas) afectadas, 11.347 viviendas destruidas y 53.526 averiadas, 140 edificios colapsados. Se ha declarado la emergencia económica.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2026-08-13T02:20:17Z</dcterms:created>
  <dcterms:modified xsi:type="dcterms:W3CDTF">2026-08-13T02:20:17Z</dcterms:modified>
</cp:coreProperties>
</file>