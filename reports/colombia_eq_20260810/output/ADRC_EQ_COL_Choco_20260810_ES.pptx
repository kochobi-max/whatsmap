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28-1.png"/><Relationship Id="rId14" Type="http://schemas.openxmlformats.org/officeDocument/2006/relationships/slideLayout" Target="../slideLayouts/slideLayout1.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29-1.png"/><Relationship Id="rId14" Type="http://schemas.openxmlformats.org/officeDocument/2006/relationships/slideLayout" Target="../slideLayouts/slideLayout1.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0-1.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3"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31-1.png"/><Relationship Id="rId14" Type="http://schemas.openxmlformats.org/officeDocument/2006/relationships/slideLayout" Target="../slideLayouts/slideLayout1.xml"/><Relationship Id="rI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mofa.go.jp/mofaj/la_c/sa/co/pageit_000001_00001.html" TargetMode="External"/><Relationship Id="rId3" Type="http://schemas.openxmlformats.org/officeDocument/2006/relationships/hyperlink" Target="https://x.com/MofaJapan_jp/status/2087155064855261537" TargetMode="External"/><Relationship Id="rId4" Type="http://schemas.openxmlformats.org/officeDocument/2006/relationships/hyperlink" Target="https://www.eltiempo.com/mundo/mas-regiones/la-comunidad-internacional-se-vuelca-en-ayudas-para-colombia-lista-de-paises-que-han-ofrecido-apoyo-tras-el-terremoto-de-magnitud-7-3577512" TargetMode="External"/><Relationship Id="rId5" Type="http://schemas.openxmlformats.org/officeDocument/2006/relationships/hyperlink" Target="https://colombia.un.org/es/320793-informaci%C3%B3n-y-actualizaciones-sobre-el-terremoto-en-colombia" TargetMode="External"/><Relationship Id="rId6" Type="http://schemas.openxmlformats.org/officeDocument/2006/relationships/hyperlink" Target="https://news.un.org/es/story/2026/08/1541792" TargetMode="External"/><Relationship Id="rId7" Type="http://schemas.openxmlformats.org/officeDocument/2006/relationships/hyperlink" Target="https://www.colombiatebusca.com/" TargetMode="External"/><Relationship Id="rId8" Type="http://schemas.openxmlformats.org/officeDocument/2006/relationships/hyperlink" Target="https://www.asocapitales.co/terremoto-colombia.html" TargetMode="External"/><Relationship Id="rId9" Type="http://schemas.openxmlformats.org/officeDocument/2006/relationships/hyperlink" Target="https://www.infobae.com/colombia/2026/08/12/de-la-espriella-anuncio-alivios-y-subsidios-tras-emergencia-en-el-eje-cafetero-por-el-terremoto-detallo-plan-de-choque-para-educacion-y-vivienda/" TargetMode="External"/><Relationship Id="rId10" Type="http://schemas.openxmlformats.org/officeDocument/2006/relationships/hyperlink" Target="https://www.pulzo.com/nacion/terremoto-en-colombia-ungrd-reporta-danos-y-victimas-en-valle-del-cauca-y-risaralda-PP5272829A" TargetMode="External"/><Relationship Id="rId11"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2" Type="http://schemas.openxmlformats.org/officeDocument/2006/relationships/hyperlink" Target="https://www.asocapitales.co/actualidad/noticias/ciudades-seguras/terremoto-deja-188-fallecidos-y-1677-heridos-en-ciudades" TargetMode="External"/><Relationship Id="rId13" Type="http://schemas.openxmlformats.org/officeDocument/2006/relationships/hyperlink" Target="https://www.infolibre.es/internacional/terremoto-colombia-deja-254-muertos-continua-busqueda-escombros_1_2235003.html" TargetMode="External"/><Relationship Id="rId1" Type="http://schemas.openxmlformats.org/officeDocument/2006/relationships/image" Target="../media/image-32-1.png"/><Relationship Id="rId14" Type="http://schemas.openxmlformats.org/officeDocument/2006/relationships/slideLayout" Target="../slideLayouts/slideLayout1.xml"/><Relationship Id="rId1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12 de agosto de 2026, 16:00 COT (13 de agosto, 06:00 JST), unas 56 horas después del sismo. El reporte consolidado de la UNGRD cubre 14 departamentos y 403 municipios: 239 muertos, 3.755 heridos, 287 desaparecidos, 140 edificios colapsados, 24.324 familias (49.214 personas) afectadas y cerca de 54.000 viviendas averiadas o destruidas. Todas las cifras son preliminares; la Evaluación de Daños y Análisis de Necesidades (EDAN) sigue en curso.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localizó 147 eventos en las 34 horas posteriores al sismo principal. Solo uno superó M4,0 -la M4,8 ocurrida 44 minutos después- y el 92 % estuvo por debajo de M3,0, de modo que ninguna réplica se ha acercado al tamaño del sismo principal. Noventa y seis de los 147 se ubican a 60 km de profundidad o más y a menos de 80 km del epicentro: ese subconjunto es la secuencia intraplaca propiamente dicha, y su curva acumulada sigue de cerca los totales publicados por el SGC. El resto es sismicidad de fondo que el mismo catálogo registra, y por eso un conteo bruto va por delante de la cifra oficial de réplicas. Una secuencia modesta y de decaimiento rápido es lo que cabe esperar de una ruptura de profundidad intermedia.</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239</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3.755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287</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Reporte consolidado de la UNGRD, 12 de agosto, sobre 14 departamentos y 403 municipios. Medicina Legal había recibido 202 cuerpos a las 07:00 de ese día, 121 identificados. Viviendas: 9.215 destruidas y 45.457 con daños graves.</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12 de agosto circulan cinco conteos de lo mismo, que difieren por alcance y por la velocidad con que se actualizan: 254 al sumar los anuncios departamentales y municipales (Pereira 101, Cali 95), 239 de la UNGRD en 14 departamentos y 403 municipios, 234 de Asocapitales para las ciudades capitales, 202 cuerpos recibidos por Medicina Legal con 121 identificados, y 181 citado como el balance del gobierno central. Las cifras locales van por delante porque departamentos y ciudades actualizan más rápido que la consolidación nacional. Cítese los 239 de la UNGRD como cifra nacional oficial; léase 254 como hacia dónde va y 202 como el piso confirmado forensemente. El gráfico es el desglose presidencial del 11 de agosto (181) y muestra la forma de la distribución, no un conteo actual.</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287</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287 y 3.653 no son la misma medida y ninguna es errónea. 287 es lo que la UNGRD registra como desaparecidos reportados el 12 de agosto, frente a 195 el día anterior; está ligado a los sitios de búsqueda y a los reportes oficiales. 3.653 es el número de personas registradas por sus familias en la plataforma ciudadana «Colombia te busca» y aún no localizadas: una iniciativa comunitaria, no un registro estatal, que no reemplaza el reporte a la Policía ni a la Fiscalía y que contendrá duplicados y personas simplemente incomunicadas donde no hay energía ni telefonía. Cabe esperar que la cifra de la plataforma caiga al restablecerse las comunicaciones y que la oficial siga subiendo a medida que se verifiquen los reportes. Cítese 287 como el conteo de desaparecidos; cítese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239 (UNGRD, 12 de agosto). Sumar lo anunciado por departamentos y ciudades da 254 (Pereira 101, Cali 95); Asocapitales cuenta 234 en las ciudades capitales; Medicina Legal había recibido 202 cuerpos a las 07:00 de ese día, 121 identificados. El balance del gobierno central se ha citado en 181.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gobernaciones y alcaldías vía prensa; Asocapitales; Medicina Legal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3.755 (UNGRD, 12 de agosto), frente a 2.542 el día anterior. La mayoría son atendidos en Valle del Cauca, Risaralda, Quindío y Chocó. Asocapitales cuenta 1.677 en las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12 de agosto), frente a 195 el día anterior. Cuatro menores siguen desaparecidos bajo un colegio colapsado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 las 20:00 COT del 11 de agosto), incluida una mujer rescatada en Cali casi 30 horas después del sismo y un bebé sacado de un edificio de apartamentos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Balance nacional provisional,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403 municipios en 14 departamentos (UNGRD, 12 de agosto), frente a «más de 20»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24.324 familias -49.214 personas- directamente afectadas (UNGRD, 12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Cerca de 54.000: 9.215 destruidas y 45.457 con daños graves (UNGRD, 12 de agosto), frente a 15.568 el día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45.457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9.215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140 en el país (UNGRD, 12 de agosto), frente a más de 80 el 11 de agosto y 61 el 10. Asocapitales cuenta 243 estructuras colapsadas en las ciudades capitales; la Alcaldía de Cali reporta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70" dirty="0"/>
          </a:p>
          <a:p>
            <a:pPr algn="l" marL="342900" indent="-342900">
              <a:buSzPct val="100000"/>
              <a:buChar char="•"/>
            </a:pPr>
            <a:r>
              <a:rPr lang="en-US" sz="77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Se prepara un decreto de emergencia económica, con crédito internacional y alivios tributarios en estudio.</a:t>
            </a:r>
            <a:endParaRPr lang="en-US" sz="77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De los ofrecimientos a la aceptación
</a:t>
            </a:r>
            <a:pPr algn="l" indent="0" marL="0">
              <a:buNone/>
            </a:pPr>
            <a:r>
              <a:rPr lang="en-US" sz="950" dirty="0">
                <a:solidFill>
                  <a:srgbClr val="7A2E0E"/>
                </a:solidFill>
                <a:latin typeface="Calibri" pitchFamily="34" charset="0"/>
                <a:ea typeface="Calibri" pitchFamily="34" charset="-122"/>
                <a:cs typeface="Calibri" pitchFamily="34" charset="-120"/>
              </a:rPr>
              <a:t>Durante dos días Colombia aceptó dinero y cartografía satelital, pero no rescatistas extranjeros, y la ONU no tenía una solicitud formal. Eso cambió el 12 de agosto: con 287 desaparecidos y cerca de 54.000 viviendas afectadas, el Gobierno aceptó equipos USAR de Israel, Ecuador, El Salvador y Estados Unidos, y puso como condición la clasificación INSARAG, el filtro adecuado para equipos que deben ser autosuficientes e interoperables. La lección no es que la demora fuera un error, sino que el umbral es la capacidad nacional: bajo la Ley 1523 la respuesta la dirige Colombia, y la solicitud llegó cuando la carga de búsqueda superó a los equipos disponibles.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12 de agosto de 2026, 16:00 COT (13 de agosto, 06:00 JST), unas 56 horas después del sismo. El reporte consolidado de la UNGRD cubre 14 departamentos y 403 municipios: 239 muertos, 3.755 heridos, 287 desaparecidos, 140 edificios colapsados, 24.324 familias (49.214 personas) afectadas y cerca de 54.000 viviendas averiadas o destruidas. Todas las cifras son preliminares; la Evaluación de Daños y Análisis de Necesidades (EDAN) sigue en curso.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2026-08-12T22:34:14Z</dcterms:created>
  <dcterms:modified xsi:type="dcterms:W3CDTF">2026-08-12T22:34:14Z</dcterms:modified>
</cp:coreProperties>
</file>