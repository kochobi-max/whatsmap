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 Type="http://schemas.openxmlformats.org/officeDocument/2006/relationships/image" Target="../media/image-35-1.png"/><Relationship Id="rId12" Type="http://schemas.openxmlformats.org/officeDocument/2006/relationships/slideLayout" Target="../slideLayouts/slideLayout1.xml"/><Relationship Id="rId1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06:30 COT del 15 de agosto de 2026, unos cinco días después del sismo: 294 muertos, 3.935 heridos, 320 desaparecidos, 353 rescatados con vida, 54.008 familias (115.461 personas) afectadas, 448 municipios con reporte de daños, 14.493 viviendas destruidas y 81.506 averiadas, 66 edificios colapsados. El SGC había localizado 184 réplicas hasta las 07:00 del 14 de agosto. Los conteos suben y bajan entre cortes a medida que se depuran los registros; cite siempre la hora de corte.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Corte de las 09:00 de la UNGRD: 287 fallecidos, 3.975 heridos, 378 desaparecidos, 354 rescatados con vida; 56.448 familias (135.179 personas) afectadas en 15 departamentos y 437 municipios; 13.077 viviendas destruidas y 79.108 averiadas; 121 edificios colapsados. Continúa la búsqueda en espacios confinados con los equipos internacionales certificados.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envía 20 toneladas de insumos humanitarios; Noruega destina 10 millones de coronas y Suecia 5 millones de coronas suecas a través del ACNUR; España, Italia, Chile, México, Turquía, Brasil y el Banco Mundial también envían o anuncian apoyo. El ministro del Interior señala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donantes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actualizado: 288 fallecidos, 4.018 heridos, 202 desaparecidos, 354 rescatados con vida; 45.523 familias (102.263 personas) afectadas en 15 departamentos y 426 municipios; 12.828 viviendas destruidas y 73.455 averiadas; 121 edificios colapsados; 240 sedes de salud, 2.205 educativas y 1.208 comunitarias; 210 vías, 73 acueductos, 44 puentes vehiculares, 13 peatonales y cinco aeropuertos. Las bajas frente al corte de las 09:00 corresponden a la consolidación de registros duplicados de la evaluación.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reporta 184 réplicas localizadas desde el sismo principal, 15 de ellas por encima de M3,0 y 2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Continúa la búsqueda de los desaparecidos mientras más de 100.000 damnificados esperan asistencia; en El Cairo (Valle del Cauca) se reporta el 80 % de las casas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294 fallecidos, 3.935 heridos, 320 desaparecidos, 353 personas y 188 animales rescatados con vida; 54.008 familias (115.461 personas) afectadas; 448 municipios con reporte de daños; 14.493 viviendas destruidas y 81.506 averiadas; 66 edificios colapsados. Chocó, Risaralda y Valle del Cauca son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Total acumulado del SGC a cuatro días: 184 réplicas, 15 por encima de M3,0 y 2 por encima de M4,0. El total publicado era 103 a las 15:00 del 11 de agosto; el extracto del catálogo usado en la figura contiene 147 eventos hasta las 17:24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El resto es sismicidad de fondo del mismo catálogo, y por eso un conteo bruto va por delante de la cifra oficial. Una secuencia moderada y de decaimiento rápido es lo esperable en una ruptura de profundidad intermedia, pero el evento del 13 de agosto muestra que sigue habiendo sacudidas capaces de detener el rescate. Hasta las 07:00 del 14 de agosto el total publicado por el SGC llegó a 184, de las cuales 15 por encima de M3,0 y 2 por encima de M4,0, un ritmo coherente con el extracto del catálogo y con un decaimiento normal.</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294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3.935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320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con corte a las 06:30 COT del 15 de agosto. 54.008 familias (115.461 personas) afectadas, 448 municipios con reporte de daños; 14.493 viviendas destruidas y 81.506 averiadas; 353 personas y 188 animales rescatados con vida. Los heridos volvieron a bajar (4.018 a 3.935) mientras los desaparecidos subieron (202 a 320): entre cortes estos conteos se mueven en ambos sentidos a medida que se reportan, resuelven y depuran casos, así que cite la hora de corte junto con la cifra.</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llegó a 294 en el corte de las 06:30 del 15 de agosto; pasó por 288 el 14-15, 287 en el corte de las 09:00 del 14, 285 esa mañana, 281 al final del 13 y 273 esa mañana. Chocó, Risaralda y Valle del Cauca siguen siendo los más afectados. Medicina Legal había recibido 250 cuerpos, con 227 reconocidos, en la lectura del 13 de agosto. Cite 294 como la cifra oficial nacional.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320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320 y 3.653 no miden lo mismo y ninguna de las dos cifras es errónea. 320 es el registro oficial de la Fiscalía General de la Nación, según lo informado por la UNGRD con corte a las 06:30 del 15 de agosto. Ha variado en ambos sentidos -496, luego 377, 378, 202 y ahora 320- porque al mismo tiempo se presentan, resuelven y depuran reportes. Ninguna de las bajas correspondió a personas halladas entre los escombros; la cifra que reflejaría eso es la de rescatados con vida, 353.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Cite 320 con su hora de corte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294 (UNGRD, corte de las 06:30 del 15 de agosto), tras 288 el 14-15, 287 en el corte de las 09:00 del 14 y 273 el 13 de agosto. Chocó, Risaralda y Valle del Cauca siguen siendo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3.935 (UNGRD, corte de las 06:30 del 15 de agosto), frente a 4.018 el día anterior. Es la segunda revisión a la baja de los heridos y, como la primera, corresponde a la depuración de registros duplicados.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320 (UNGRD, corte de las 06:30 del 15 de agosto), frente a 202 el día anterior, que a su vez venía de 378. El conteo corresponde al registro de la Fiscalía y se mueve en ambos sentidos a medida que se presentan y depuran reportes; no mide cuántas personas siguen bajo los escombros. 353 han sido rescatadas con vida.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353 (UNGRD, 15 de agosto), frente a 354 el día anterior y 243 el 11 de agosto. Incluyen a una mujer rescatada en Cali casi 30 horas después del sismo, a otra liberada en Pereira tras 36 horas y a un bebé sacado de un bloque de apartamentos. También se han rescatado 188 animales.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448 municipios con reporte de daños (UNGRD, 15 de agosto), frente a 426 el día anterior y 403 el 12 de agosto.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54.008 familias -115.461 personas- afectadas (UNGRD, corte de las 06:30 del 15 de agosto), frente a 45.523 familias (102.263 personas) el día anterior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95.999: 14.493 destruidas y 81.506 averiadas (UNGRD, corte de las 06:30 del 15 de agosto), frente a 86.283 el día anterior. En El Cairo, pueblo cafetero en las montañas del Valle del Cauca, el 80 % de las casas resultó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81.506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14.493</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66 en el país (UNGRD, corte de las 06:30 del 15 de agosto), revisado nuevamente a la baja desde 121 el 14 y 172 el 13 de agosto, al reclasificarse en inspección estructuras reportadas inicialmente como colapsadas. Asocapitales cuenta 243 estructuras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240 con daños (UNGRD, 14-15 de agosto), frente a 216 el 13 y 18 el 10 de agosto; 7 instituciones de salud cerradas; cerca del 30 % del Hospital Universitario del Valle en Cali colapsó, incluidos tres pisos (pediatría, medicina interna y parte de la unidad neonatal). El ministro del Interior señaló el 14 de agosto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 Ministerio del Interior;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2.205 afectados (UNGRD, 14-15 de agosto), frente a 2.198 el 13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1.208 con daños (UNGRD, 14-15 de agosto), frente a 825 el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210 vías afectadas (UNGRD, 14-15 de agosto), frente a 77 el 11 y 18 el 10 de agosto; también 44 puentes vehiculares y 13 peatonales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 acueductos afectados (UNGRD, 14-15 de agosto) y 29 entidades bancarias fuera de servicio;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70" dirty="0"/>
          </a:p>
          <a:p>
            <a:pPr algn="l" marL="342900" indent="-342900">
              <a:buSzPct val="100000"/>
              <a:buChar char="•"/>
            </a:pPr>
            <a:r>
              <a:rPr lang="en-US" sz="77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7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14 de agosto la ayuda se amplió más allá de los cuatro países que envían rescatistas. India despachó 20 toneladas de insumos humanitarios (medicamentos y equipos médicos, alojamiento temporal y artículos de higiene). Noruega destinó 10 millones de coronas (cerca de 1 millón de dólares) para atención de salud de emergencia, suministro de agua, prevención de enfermedades y vivienda temporal, y Suecia 5 millones de coronas suecas (unos 522.000 dólares) canalizados a través del ACNUR. España, Italia, Chile, México, Turquía, Brasil y el Banco Mundial también han enviado o anunciado apoyo; el Gobierno colombiano señala que ha recibido ofrecimientos por cerca de 1.300 millones de dólares en total, y menciona al Japón entre los países que han anunciado asistencia.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Gobierno colombiano menciona al Japón entre los países que han anunciado asistencia, pero al corte de este informe ni el Ministerio de Asuntos Exteriores ni la JICA han publicado el envío de un equipo de socorro (JDR), la entrega de insumos de emergencia ni una donación de emergencia. Del lado japonés lo confirmado es no gubernamental: la Cruz Roja Japonesa apoya la respuesta de la Cruz Roja Colombiana y la Nippon Foundation abrió una colecta para el terremoto de Colombia del 12 de agosto al 30 de septiembre.</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Una aceptación filtrada y luego un flujo más amplio
</a:t>
            </a:r>
            <a:pPr algn="l" indent="0" marL="0">
              <a:buNone/>
            </a:pPr>
            <a:r>
              <a:rPr lang="en-US" sz="950" dirty="0">
                <a:solidFill>
                  <a:srgbClr val="7A2E0E"/>
                </a:solidFill>
                <a:latin typeface="Calibri" pitchFamily="34" charset="0"/>
                <a:ea typeface="Calibri" pitchFamily="34" charset="-122"/>
                <a:cs typeface="Calibri" pitchFamily="34" charset="-120"/>
              </a:rPr>
              <a:t>Conviven dos patrones. La búsqueda y rescate se abrió solo a cuatro países -Estados Unidos, Israel, Ecuador y El Salvador- con criterios declarados de clasificación INSARAG, autosuficiencia y rapidez, aunque los ofrecimientos llegaron de al menos diecisiete y varios de los demás tienen la misma clasificación; el Gobierno ha negado que la ideología haya influido y el debate sigue en la prensa colombiana. Los insumos y el dinero, en cambio, se reciben ampliamente: India, Noruega, Suecia, España, Italia, Chile, México, Turquía, Brasil, el Banco Mundial y los aportes previos de Estados Unidos, la UE y la CAF, frente a un total declarado de unos 1.300 millones de dólares en ofrecimientos. La distinción es defendible -los equipos de rescate operan dentro de una estructura de mando nacional y los insumos no- y es la lección que conviene retener: bajo la Ley 1523 la respuesta la dirige Colombia, y un país que restringe tanto el campo operativo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14 de agosto: 287 fallecidos, 3.975 heridos, 378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en vivo: los muertos aumentan a 288, más de 4.000 heridos y 202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aumenta la ayuda internacional: India, Noruega, Suecia y España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Italia, India, España, Chile y el Banco Mundial, entre quienes han enviado ayudas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Cruz Roja Japonesa — respuesta de la Cruz Roja Colombiana al sismo 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por qué Colombia no necesitó rescatistas extranjeros: 23 equipos 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réplicas desde el 10 de agosto (14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cobertura en vivo de rescates y recuperación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15 de agosto: 294 fallecidos, 3.935 heridos, 320 desaparecidos y 353 rescatados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fallecidos y 81.506 viviendas averiadas, cifras oficiales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06:30 COT del 15 de agosto de 2026, unos cinco días después del sismo: 294 muertos, 3.935 heridos, 320 desaparecidos, 353 rescatados con vida, 54.008 familias (115.461 personas) afectadas, 448 municipios con reporte de daños, 14.493 viviendas destruidas y 81.506 averiadas, 66 edificios colapsados. El SGC había localizado 184 réplicas hasta las 07:00 del 14 de agosto. Los conteos suben y bajan entre cortes a medida que se depuran los registros; cite siempre la hora de corte.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2026-08-15T23:08:20Z</dcterms:created>
  <dcterms:modified xsi:type="dcterms:W3CDTF">2026-08-15T23:08:21Z</dcterms:modified>
</cp:coreProperties>
</file>