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4"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35-1.png"/><Relationship Id="rId15" Type="http://schemas.openxmlformats.org/officeDocument/2006/relationships/slideLayout" Target="../slideLayouts/slideLayout1.xml"/><Relationship Id="rId1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www.infobae.com/colombia/2026/08/17/terremoto-en-colombia-ungrd-explica-la-reduccion-en-el-registro-de-fallecidos-y-desaparecidos/" TargetMode="External"/><Relationship Id="rId7"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8" Type="http://schemas.openxmlformats.org/officeDocument/2006/relationships/hyperlink" Target="https://www.infobae.com/colombia/2026/08/17/china-envia-80-toneladas-de-ayuda-a-colombia-tras-el-terremoto-asi-es-el-cargamento-que-llegara-a-bogota/" TargetMode="External"/><Relationship Id="rId1" Type="http://schemas.openxmlformats.org/officeDocument/2006/relationships/image" Target="../media/image-36-1.png"/><Relationship Id="rId9" Type="http://schemas.openxmlformats.org/officeDocument/2006/relationships/slideLayout" Target="../slideLayouts/slideLayout1.xml"/><Relationship Id="rId1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18:30 COT del 16 de agosto de 2026: 287 muertos, 4.147 heridos, 194 desaparecidos, 355 personas y 496 animales rescatados con vida, 472 municipios en 15 departamentos, 120.671 familias (185.996 personas) afectadas, 26.392 viviendas destruidas y 127.608 averiadas, 197 edificios colapsados. La UNGRD atribuye el movimiento de estos conteos al proceso de verificación y consolidación de la información reportada desde los territorios, parte de ella enviada sin verificar. Todas las cifras son preliminares; cite la hora de corte junto con el número. Al 17 de agosto la Cancillería reporta 222,5 toneladas de ayuda humanitaria y 144 integrantes de equipos internacionales recibidos.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(10-17 de agosto)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(10-17 de agosto)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(10-17 de agosto)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réplica de M4,2 sacude San José del Palmar a 95 km de profundidad, a unos 20 km del epicentro del sismo principal. Se siente en Pereira, Manizales, Medellín y Bogotá; las labores de búsqueda y rescate se detienen temporalmente. Es la segunda réplica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director de la UNGRD entrega un nuevo balance: 273 muertos, 3.824 heridos, 377 desaparecidos, 40.753 familias (97.515 personas) afectadas, 12.584 viviendas destruidas y 74.873 averiadas, 172 edificios colapsados, 2.198 sedes educativas y 825 comunitarias, 216 sedes de salud, 71 acueductos, 29 entidades bancarias y cinco aeropuertos. Medicina Legal ha recibido 250 cuerpos, 227 reconocidos.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Corte de las 09:00 de la UNGRD: 287 fallecidos, 3.975 heridos, 378 desaparecidos, 354 rescatados con vida; 56.448 familias (135.179 personas) afectadas en 15 departamentos y 437 municipios; 13.077 viviendas destruidas y 79.108 averiadas; 121 edificios colapsados. Continúa la búsqueda en espacios confinados con los equipos internacionales certificados.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envía 20 toneladas de insumos humanitarios; Noruega destina 10 millones de coronas y Suecia 5 millones de coronas suecas a través del ACNUR; España, Italia, Chile, México, Turquía, Brasil y el Banco Mundial también envían o anuncian apoyo. El ministro del Interior señala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donantes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(10-17 de agosto)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actualizado: 288 fallecidos, 4.018 heridos, 202 desaparecidos, 354 rescatados con vida; 45.523 familias (102.263 personas) afectadas en 15 departamentos y 426 municipios; 12.828 viviendas destruidas y 73.455 averiadas; 121 edificios colapsados; 240 sedes de salud, 2.205 educativas y 1.208 comunitarias; 210 vías, 73 acueductos, 44 puentes vehiculares, 13 peatonales y cinco aeropuertos. Las bajas frente al corte de las 09:00 corresponden a la consolidación de registros duplicados de la evaluación.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reporta 184 réplicas localizadas desde el sismo principal, 15 de ellas por encima de M3,0 y 2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Continúa la búsqueda de los desaparecidos mientras más de 100.000 damnificados esperan asistencia; en El Cairo (Valle del Cauca) se reporta el 80 % de las casas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294 fallecidos, 3.935 heridos, 320 desaparecidos, 353 personas y 188 animales rescatados con vida; 54.008 familias (115.461 personas) afectadas; 448 municipios con reporte de daños; 14.493 viviendas destruidas y 81.506 averiadas; 66 edificios colapsados. Chocó, Risaralda y Valle del Cauca son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Decreto 1172 declara tres días de duelo nacional desde el 12 de agosto, con banderas a media asta en el país y en las misiones colombianas en el exterior. Esa misma noche la gobernadora del Chocó da por finalizada la fase de búsqueda y rescate del departamento tras hallar con vida a la última familia buscada en Quibdó, cuatro personas.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07:30: 289 fallecidos, 4.187 heridos, 143 desaparecidos, 354 personas y 510 animales rescatados con vida; 120.238 familias (185.016 personas) afectadas en 450 municipios de 15 departamentos; 26.945 viviendas destruidas y 127.557 averiadas; 66 edificios colapsados. La UNGRD señala que las variaciones provienen de verificar y consolidar las cifras reportadas por los territorios, algunas enviadas sin verificar.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18:30: 287 fallecidos, 4.147 heridos, 194 desaparecidos, 355 personas y 496 animales rescatados con vida; 120.671 familias (185.996 personas) afectadas en 472 municipios de 15 departamentos; 26.392 viviendas destruidas y 127.608 averiadas; 197 edificios colapsados; 304 sedes de salud, 3.207 educativas y 4.059 comunitarias; 410 vías, 95 acueductos, 48 puentes vehiculares, 13 peatonales y cinco aeropuertos.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explica las reducciones en sus registros: cinco nombres salieron del listado de fallecidos y 177 del consolidado de desaparecidos porque una misma persona podía aparecer en varios reportes territoriales y contarse más de una vez durante la verificación; el cambio no corresponde necesariamente a nuevos hallazgos. La Cancillería reporta 222,5 toneladas de ayuda humanitaria y 144 integrantes de equipos internacionales recibidos, y afirma que no se ha excluido a ningún país; China anuncia 80 toneladas.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Cancillería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95 km, a unos 20 km del epicentro: el mismo volumen sismogénico del sismo principal. Se sintió hasta en Bogotá y detuvo temporalmente las labores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14 Aug 07:00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184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Total acumulado del SGC a cuatro días: 184 réplicas, 15 por encima de M3,0 y 2 por encima de M4,0. El total publicado era 103 a las 15:00 del 11 de agosto; el extracto del catálogo usado en la figura contiene 147 eventos hasta las 17:24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El SGC localizó 147 eventos en las 34 horas posteriores al sismo principal. En esa ventana solo uno superó M4,0 -el M4,8 de 44 minutos después- y el 92 % estuvo por debajo de M3,0; el M4,2 del 13 de agosto es el segundo. Ninguna réplica se ha acercado al tamaño del sismo principal. Noventa y seis de los 147 se ubican a 60 km de profundidad o más y a menos de 80 km del epicentro: ese subconjunto es la secuencia intraplaca, y su curva acumulada sigue los totales publicados por el SGC. El resto es sismicidad de fondo del mismo catálogo, y por eso un conteo bruto va por delante de la cifra oficial. Una secuencia moderada y de decaimiento rápido es lo esperable en una ruptura de profundidad intermedia, pero el evento del 13 de agosto muestra que sigue habiendo sacudidas capaces de detener el rescate. Hasta las 07:00 del 14 de agosto el total publicado por el SGC llegó a 184, de las cuales 15 por encima de M3,0 y 2 por encima de M4,0, un ritmo coherente con el extracto del catálogo y con un decaimiento normal.</a:t>
            </a:r>
            <a:endParaRPr lang="en-US" sz="8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287</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4.147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194</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con corte a las 18:30 COT del 16 de agosto. 120.671 familias (185.996 personas) afectadas en 472 municipios de 15 departamentos; 26.392 viviendas destruidas y 127.608 averiadas; 355 personas y 496 animales rescatados con vida. Dos cortes el mismo día: fallecidos 289 y luego 287, heridos 4.187 y luego 4.147, desaparecidos 143 y luego 194. La UNGRD explica el motivo -se verifican y consolidan las cifras reportadas desde los territorios, algunas enviadas antes de ser comprobadas-, así que cite la hora de corte junto con el número.</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Chocó cerró su fase de búsqueda el 12 de agosto; reporta 14 fallecidos y 138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es 287 en el corte de las 18:30 del 16 de agosto, tras 289 en el corte de las 07:30 de esa mañana y 294 el 15. La serie fue 273 (13 de agosto), 281, 285, 287, 288, 294, 289 y ahora 287. La UNGRD atribuye el movimiento a la verificación y consolidación de las cifras reportadas desde los territorios, algunas enviadas antes de ser comprobadas. Medicina Legal había recibido 250 cuerpos, con 227 reconocidos, en la lectura del 13 de agosto. Cite 287 con su hora de corte como la cifra oficial nacional. El gráfico corresponde al desglose presidencial del 11 de agosto (181) y muestra la forma de la distribución -muertes concentradas en Risaralda (Pereira) y Valle del Cauca (Cali)-, no un conteo actual.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194</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194 y 3.653 no miden lo mismo y ninguna de las dos cifras es errónea. 194 es el conteo oficial informado por la UNGRD con corte a las 18:30 del 16 de agosto, tomado del registro de la Fiscalía. Ha variado en ambos sentidos -496, 377, 378, 202, 320, 143 y ahora 194- porque al mismo tiempo se presentan, resuelven y depuran reportes; la UNGRD atribuye el movimiento a la verificación y consolidación de las cifras enviadas desde los territorios, algunas sin comprobar. Las dos lecturas del 16 de agosto, 143 en la mañana y 194 en la tarde, muestran lo poco que significa una cifra sin su hora de corte. Ninguna de las bajas corresponde a personas halladas entre los escombros; la cifra que mide eso es la de rescatados con vida, 355. 3.653 es el número de personas inscritas por sus familias en la plataforma ciudadana “Colombia te busca” y aún no localizadas: una iniciativa comunitaria, no un registro estatal, que no reemplaza el reporte a la policía o a la Fiscalía y que contendrá duplicados y personas simplemente incomunicadas donde no hay energía ni servicio telefónico. Cite 194 con su hora de corte como el número de desaparecidos; cite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287 (UNGRD, corte de las 18:30 del 16 de agosto), frente a 289 en el corte de las 07:30 de esa mañana y 294 el 15. La serie fue 273, 281, 285, 287, 288, 294, 289 y ahora 287; la UNGRD atribuye el movimiento a la verificación de las cifras enviadas desde los territorios. Chocó, Risaralda y Valle del Cauca siguen siendo los más afectados. El 17 de agosto la UNGRD explicó las reducciones: cinco nombres salieron del registro de fallecidos y 177 del listado consolidado de desaparecidos, porque una misma persona podía aparecer en varios reportes territoriales y ser contada más de una vez mientras se verificaba la información. Señaló que el cambio no corresponde necesariamente a nuevos hallazgos.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4.147 (UNGRD, corte de las 18:30 del 16 de agosto), frente a 4.187 esa mañana y 3.935 el 15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194 (UNGRD, corte de las 18:30 del 16 de agosto), frente a 143 esa mañana. La serie ha sido 496, 377, 378, 202, 320, 143 y ahora 194: al mismo tiempo se presentan, resuelven y depuran reportes, y la UNGRD atribuye el movimiento a la verificación de los reportes territoriales. No mide cuántas personas siguen bajo los escombros; 355 han sido rescatadas con vida.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355 (UNGRD, corte de las 18:30 del 16 de agosto), además de 496 animales rescatados y 768 afectados. Incluyen a una mujer rescatada en Cali casi 30 horas después del sismo, a otra liberada en Pereira tras 36 horas, a un bebé sacado de un bloque de apartamentos y a la familia de cuatro hallada con vida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472 municipios en 15 departamentos (UNGRD, corte de las 18:30 del 16 de agosto), frente a 450 esa mañana y 403 el 12 de agosto.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120.671 familias -185.996 personas- afectadas (UNGRD, corte de las 18:30 del 16 de agosto), frente a 120.238 familias (185.016 personas) esa mañana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154.000: 26.392 destruidas y 127.608 averiadas (UNGRD, corte de las 18:30 del 16 de agosto), prácticamente sin cambio desde esa mañana. El aumento desde 96.000 el 15 de agosto correspondió al avance de la evaluación, no a daño nuevo. En El Cairo, pueblo cafetero en las montañas del Valle del Cauca, el 80 % de las casas resultó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127.608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26.392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197 en el país (UNGRD, corte de las 18:30 del 16 de agosto), frente a 66 esa mañana y 121 el 14 de agosto: el conteo ha bajado dos veces y subido una a medida que se inspeccionan y reclasifican las estructuras. Asocapitales cuenta 243 estructuras colapsadas en las ciudades capitales; funcionarios de la Alcaldía de Cali reportan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304 con daños (UNGRD, corte de las 18:30 del 16 de agosto), frente a 240 esa mañana y 18 el 10 de agosto; 7 instituciones de salud cerradas; cerca del 30 % del Hospital Universitario del Valle en Cali colapsó, incluidos tres pisos (pediatría, medicina interna y parte de la unidad neonatal). El ministro del Interior señaló el 14 de agosto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 Ministerio del Interior;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3.207 afectados (UNGRD, corte de las 18:30 del 16 de agosto), frente a 2.205 esa mañana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4.059 con daños (UNGRD, corte de las 18:30 del 16 de agosto), frente a 1.208 esa mañana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vías afectadas (UNGRD, corte de las 18:30 del 16 de agosto), frente a 210 esa mañana y 18 el 10 de agosto; también 48 puentes vehiculares y 13 peatonales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aeropuertos con daños en el balance de la UNGRD del 13 de agosto; las operaciones se habían suspendido en siete. La terminal de pasajeros del aeropuerto internacional Matecaña (Pereira) colapsó parcialmente; vuelos suspendidos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acueductos afectados (UNGRD, corte de las 18:30 del 16 de agosto), frente a 73 esa mañana, y 29 entidades bancarias fuera de servicio; se reportan cortes de energía e interrupción de las comunicaciones en zonas cercanas al 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Tres días de duelo nacional decretados mediante el Decreto 1172 desde el 12 de agosto, con la bandera a media asta en todos los edificios públicos y en las embajadas y consulados de Colombia en el exterior.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Chocó dio por finalizada su fase de búsqueda y rescate la noche del 12 de agosto; la gobernadora señaló que ya no quedaba nadie reportado bajo los escombros tras hallar con vida a la última familia buscada en Quibdó, y el departamento pasó a la atención de los afectados y la recuperación. Reporta 14 fallecidos, 138 heridos y 2.791 afectaciones materiales.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recibe equipos USAR clasificados por INSARAG de solo cuatro países -Estados Unidos, Israel, Ecuador y El Salvador-, con el argumento de que están certificados internacionalmente, actúan con los estándares de INSARAG bajo coordinación de la ONU y son totalmente autónomos, por lo que no demandan recursos adicionales a las administraciones municipales. Su función es apoyar a los equipos USAR colombianos ya desplegados. El Gobierno negó que otros ofrecimientos se hayan rechazado por consideraciones ideológicas; aun así, la selección ha sido cuestionada en la prensa colombiana.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Al 17 de agosto la Cancillería reportó 222,5 toneladas de ayuda humanitaria y 144 integrantes de equipos internacionales recibidos, y señaló que la asistencia llegó de manera ágil y sin restricciones al Chocó, el Valle del Cauca y el Eje Cafetero. Entregado hasta ahora: El Salvador 100 t, México 58,5 t, Chile 50 t, Perú 14 t. En preparación: Paraguay unas 52 t, India 20 t, Guatemala 1.600 kits de alimentos y 3.000 de aseo (unas 30 t), Luxemburgo 75 carpas familiares y cuatro multipropósito, Alemania 2.500 filtros de agua y 3.000 kits de cocina, Suecia 150 carpas familiares y 360 cobijas. China anunció 80 toneladas el 17 de agosto. El canciller afirmó que no se ha excluido a ningún país.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14 de agosto la ayuda se amplió más allá de los cuatro países que envían rescatistas. India despachó 20 toneladas de insumos humanitarios (medicamentos y equipos médicos, alojamiento temporal y artículos de higiene). Noruega destinó 10 millones de coronas (cerca de 1 millón de dólares) para atención de salud de emergencia, suministro de agua, prevención de enfermedades y vivienda temporal, y Suecia 5 millones de coronas suecas (unos 522.000 dólares) canalizados a través del ACNUR. España, Italia, Chile, México, Turquía, Brasil y el Banco Mundial también han enviado o anunciado apoyo; el Gobierno colombiano señala que ha recibido ofrecimientos por cerca de 1.300 millones de dólares en total, y menciona al Japón entre los países que han anunciado asistencia.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Gobierno colombiano menciona al Japón entre los países que han anunciado asistencia, pero al corte de este informe ni el Ministerio de Asuntos Exteriores ni la JICA han publicado el envío de un equipo de socorro (JDR), la entrega de insumos de emergencia ni una donación de emergencia. Del lado japonés lo confirmado es no gubernamental: la Cruz Roja Japonesa apoya la respuesta de la Cruz Roja Colombiana y la Nippon Foundation abrió una colecta para el terremoto de Colombia del 12 de agosto al 30 de septiembre.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Se filtró el rescate, no la ayuda
</a:t>
            </a:r>
            <a:pPr algn="l" indent="0" marL="0">
              <a:buNone/>
            </a:pPr>
            <a:r>
              <a:rPr lang="en-US" sz="950" dirty="0">
                <a:solidFill>
                  <a:srgbClr val="7A2E0E"/>
                </a:solidFill>
                <a:latin typeface="Calibri" pitchFamily="34" charset="0"/>
                <a:ea typeface="Calibri" pitchFamily="34" charset="-122"/>
                <a:cs typeface="Calibri" pitchFamily="34" charset="-120"/>
              </a:rPr>
              <a:t>Los dos canales ya pueden cuantificarse por separado, y ese es el hallazgo. La búsqueda y rescate se abrió solo a cuatro países -Estados Unidos, Israel, Ecuador y El Salvador- con criterios declarados de clasificación INSARAG, autosuficiencia y rapidez, aunque los ofrecimientos llegaron de al menos diecisiete y varios de los demás tienen la misma clasificación. La ayuda no se filtró: al 17 de agosto la Cancillería contaba 222,5 toneladas entregadas y 144 integrantes de equipos internacionales recibidos, de El Salvador, México, Chile y Perú, con Paraguay, India, Guatemala, Luxemburgo, Alemania, Suecia y China en camino y unos 1.300 millones de dólares en ofrecimientos sobre la mesa. El canciller afirma que no se ha excluido a ningún país. Ambas afirmaciones se sostienen a la vez porque describen cosas distintas, y esa es la distinción que conviene retener: los equipos de rescate operan dentro de una estructura de mando nacional y deben estar certificados y ser autosuficientes para servir; los insumos no. Bajo la Ley 1523 la respuesta la dirige Colombia y, aun así, un país que restringe tanto el campo operativo debe estar en condiciones de explicar por escrito el criterio aplicado.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13 de agosto: 273 fallecidos, 3.824 heridos, 377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familias afectadas: nuevo balance de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réplica de M4,2 en San José del Palmar,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recibirá equipos de rescate de EE. UU., Israel, Ecuador y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(6/7)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14 de agosto: 287 fallecidos, 3.975 heridos, 378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en vivo: los muertos aumentan a 288, más de 4.000 heridos y 202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aumenta la ayuda internacional: India, Noruega, Suecia y España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Italia, India, España, Chile y el Banco Mundial, entre quienes han enviado ayudas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Cruz Roja Japonesa — respuesta de la Cruz Roja Colombiana al sismo 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por qué Colombia no necesitó rescatistas extranjeros: 23 equipos 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réplicas desde el 10 de agosto (14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cobertura en vivo de rescates y recuperación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15 de agosto: 294 fallecidos, 3.935 heridos, 320 desaparecidos y 353 rescatados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fallecidos y 81.506 viviendas averiadas, cifras oficiales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Decreto 1172: tres días de duelo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la gobernadora del Chocó da por finalizada la fase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16 de agosto: 289 fallecidos, 4.187 heridos y 143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(7/7)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fallecidos, 143 desaparecidos y más de 185.000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la UNGRD reduce las cifras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balance de la UNGRD del 16 de agosto por la tarde: 287 muertos, 4.147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rebaja los muertos y eleva los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la UNGRD explica la reducción en el registro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Cancillería: más de 220 toneladas de ayuda y 144 integrantes de equipos internacionales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China envía 80 toneladas de ayuda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18:30 COT del 16 de agosto de 2026: 287 muertos, 4.147 heridos, 194 desaparecidos, 355 personas y 496 animales rescatados con vida, 472 municipios en 15 departamentos, 120.671 familias (185.996 personas) afectadas, 26.392 viviendas destruidas y 127.608 averiadas, 197 edificios colapsados. La UNGRD atribuye el movimiento de estos conteos al proceso de verificación y consolidación de la información reportada desde los territorios, parte de ella enviada sin verificar. Todas las cifras son preliminares; cite la hora de corte junto con el número. Al 17 de agosto la Cancillería reporta 222,5 toneladas de ayuda humanitaria y 144 integrantes de equipos internacionales recibidos.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18/08/2026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2026-08-18T00:45:36Z</dcterms:created>
  <dcterms:modified xsi:type="dcterms:W3CDTF">2026-08-18T00:45:36Z</dcterms:modified>
</cp:coreProperties>
</file>