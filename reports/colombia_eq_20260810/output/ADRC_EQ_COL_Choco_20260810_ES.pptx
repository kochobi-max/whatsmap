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detallesismo/SGC2026pqqmro/mmi" TargetMode="External"/><Relationship Id="rId3" Type="http://schemas.openxmlformats.org/officeDocument/2006/relationships/hyperlink" Target="https://www.sgc.gov.co/detallesismo/SGC2026pqqmro/" TargetMode="External"/><Relationship Id="rId4"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7-1.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emergency.copernicus.eu/mapping/list-of-activations-rapid"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0-1.png"/><Relationship Id="rId17" Type="http://schemas.openxmlformats.org/officeDocument/2006/relationships/slideLayout" Target="../slideLayouts/slideLayout1.xml"/><Relationship Id="rId1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2-1.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107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es.png">    </p:cNvPr>
          <p:cNvPicPr>
            <a:picLocks noChangeAspect="1"/>
          </p:cNvPicPr>
          <p:nvPr/>
        </p:nvPicPr>
        <p:blipFill>
          <a:blip r:embed="rId2"/>
          <a:stretch>
            <a:fillRect/>
          </a:stretch>
        </p:blipFill>
        <p:spPr>
          <a:xfrm>
            <a:off x="402336" y="2327988"/>
            <a:ext cx="3639312" cy="1708248"/>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es.png">    </p:cNvPr>
          <p:cNvPicPr>
            <a:picLocks noChangeAspect="1"/>
          </p:cNvPicPr>
          <p:nvPr/>
        </p:nvPicPr>
        <p:blipFill>
          <a:blip r:embed="rId3"/>
          <a:stretch>
            <a:fillRect/>
          </a:stretch>
        </p:blipFill>
        <p:spPr>
          <a:xfrm>
            <a:off x="4842049" y="1975104"/>
            <a:ext cx="2696878"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es.png">    </p:cNvPr>
          <p:cNvPicPr>
            <a:picLocks noChangeAspect="1"/>
          </p:cNvPicPr>
          <p:nvPr/>
        </p:nvPicPr>
        <p:blipFill>
          <a:blip r:embed="rId4"/>
          <a:stretch>
            <a:fillRect/>
          </a:stretch>
        </p:blipFill>
        <p:spPr>
          <a:xfrm>
            <a:off x="8712521" y="1975104"/>
            <a:ext cx="2892926"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 base: Natural Earth (110 m). Distancias calculadas a partir de coordenadas publicadas; las figuras son esquemáticas y no son mapas oficiales de amenaza.</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98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107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Al corte de las 17:00 COT del 10 de agosto, el Gobierno reportó 111 muertos y 87 heridos,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107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5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Profundidad de unos 107 km (USGS): es un sismo intraplaca dentro de la losa, no un megasismo de la interfaz entre placas.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Alerta naranja del PAGER (USGS): mortalidad estimada del orden de 300 personas y pérdidas económicas estimadas del orden de 880 millones de dólares (estimaciones de modelo, no observaciones).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107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E de San José del Palmar (Chocó), profundidad de unos 107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Mismo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reporta la activación de la Carta Internacional «Espacio y Grandes Catástrofes» y la movilización del Servicio de Gestión de Emergencias Copernicus; los detalles están en verificación.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Carta / Copernicus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107 km de profundidad deja a todas las ciudades de la región a una distancia hipocentral parecida (108-200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E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4.9031 N, 76.1885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(probables víctimas y daños significativos).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(USGS). Unos 10,5 millones de personas experimentaron un sacudimiento fuerte o muy fuerte (MMI VI-VII) y se estima que 34 millones de personas en cuatro países sintieron el sismo.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5212080" cy="4846320"/>
          </a:xfrm>
          <a:prstGeom prst="roundRect">
            <a:avLst>
              <a:gd name="adj" fmla="val 1132"/>
            </a:avLst>
          </a:prstGeom>
          <a:solidFill>
            <a:srgbClr val="EAF2F8"/>
          </a:solidFill>
          <a:ln w="12700">
            <a:solidFill>
              <a:srgbClr val="2E5496"/>
            </a:solidFill>
            <a:prstDash val="dash"/>
          </a:ln>
        </p:spPr>
      </p:sp>
      <p:sp>
        <p:nvSpPr>
          <p:cNvPr id="5" name="Text 2"/>
          <p:cNvSpPr/>
          <p:nvPr/>
        </p:nvSpPr>
        <p:spPr>
          <a:xfrm>
            <a:off x="502920" y="1161288"/>
            <a:ext cx="4937760" cy="4572000"/>
          </a:xfrm>
          <a:prstGeom prst="rect">
            <a:avLst/>
          </a:prstGeom>
          <a:noFill/>
          <a:ln/>
        </p:spPr>
        <p:txBody>
          <a:bodyPr wrap="square" rtlCol="0" anchor="ctr"/>
          <a:lstStyle/>
          <a:p>
            <a:pPr algn="ctr" indent="0" marL="0">
              <a:buNone/>
            </a:pPr>
            <a:r>
              <a:rPr lang="en-US" sz="1000" i="1" dirty="0">
                <a:solidFill>
                  <a:srgbClr val="6A6A6A"/>
                </a:solidFill>
                <a:latin typeface="Calibri" pitchFamily="34" charset="0"/>
                <a:ea typeface="Calibri" pitchFamily="34" charset="-122"/>
                <a:cs typeface="Calibri" pitchFamily="34" charset="-120"/>
              </a:rPr>
              <a:t>Insertar la imagen antes de la publicación.</a:t>
            </a:r>
            <a:endParaRPr lang="en-US" sz="1000" dirty="0"/>
          </a:p>
        </p:txBody>
      </p:sp>
      <p:sp>
        <p:nvSpPr>
          <p:cNvPr id="6" name="Text 3"/>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4"/>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235 km del epicentro, en una baja. El patrón alargado a lo largo de los valles, en lugar de un círculo compacto alrededor del epicentro, es la firma de una fuente a 96-107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5"/>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réplica en el boletín del SGC;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segunda réplica listada en el boletín del 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prensa reportó más de 20 réplicas durante el día; el boletín del SGC listaba dos al momento de redactar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Prensa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El boletín del evento SGC2026pqqmro listó dos réplicas, de M2.8 y M4.8, esta última ampliamente sentida; la prensa reportó más de 20 durante el día. Las secuencias de réplicas de los sismos intraplaca de profundidad intermedia suelen ser menos productivas que las de los sismos corticales someros, pero siguen siendo posibles réplicas fuertes y las edificaciones ya averiadas son especialmente vulnerables a ellas.</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Edificaciones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más de 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gobernador cita al menos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Departamento epicentral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y luego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Las cifras departamentales provienen de autoridades locales y se reportan en momentos distintos; todavía no suman el total nacional de 111 y se conciliarán a medida que avance la verificación.</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muertos, heridos y edificios colapsados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tarde del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cuantificar; se reportaron personas atrapadas entre escombros en Cali, Pereira y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Autoridades locales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Edificaciones afectadas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en el país;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con daños;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con daños;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vías y carreteras principales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en vivo, al menos 111 muertos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Se reporta la activación de la Carta Internacional «Espacio y Grandes Catástrofes» para este sismo y la movilización del Servicio de Gestión de Emergencias Copernicus, para proveer imágenes satelitales de evaluación de daños. Los números de activación y los productos derivados están en verificación.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activaciones de cartografía rápida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Reportado / en verificación</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Cartografía rápida movilizada para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Reportado / en verificación</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activaciones de cartografía rápida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el plan nacional de gestión del riesgo de desastres, alineado con el Marco de Sendái.</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OCDE: análisis de gobernanza del riesgo de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107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Ecuador-Colombia (costa del Pacífico)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Tumaco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Popayán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Páez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 Armenia (Quindío)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Terremoto del Chocó (este evento)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Una fuente profunda con consecuencias de sismo somero. A 107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Las cifras aumentarán y no serán coherentes entre sí durante algún tiempo. Los muertos por departamento anunciados por gobernadores y alcaldes todavía no suman el total nacional, y los conteos de daños en edificaciones reflejan reportes de primera mirada, no evaluaciones de daños. Los aumentos rápidos de los próximos días deben leerse como avance de la evaluación y no necesariamente como agravamiento de la situación.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activaciones de cartografía rápida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10 de agosto de 2026, 17:00 COT (11 de agosto, 07:00 JST), unas 9,5 horas después del sismo.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2026-08-10T23:42:28Z</dcterms:created>
  <dcterms:modified xsi:type="dcterms:W3CDTF">2026-08-10T23:42:28Z</dcterms:modified>
</cp:coreProperties>
</file>