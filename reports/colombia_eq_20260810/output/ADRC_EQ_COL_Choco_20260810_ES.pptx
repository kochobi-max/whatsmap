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emergency.copernicus.eu/mapping/list-of-activations-rapid"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es.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es.png">    </p:cNvPr>
          <p:cNvPicPr>
            <a:picLocks noChangeAspect="1"/>
          </p:cNvPicPr>
          <p:nvPr/>
        </p:nvPicPr>
        <p:blipFill>
          <a:blip r:embed="rId3"/>
          <a:stretch>
            <a:fillRect/>
          </a:stretch>
        </p:blipFill>
        <p:spPr>
          <a:xfrm>
            <a:off x="4842049" y="1975104"/>
            <a:ext cx="2696878"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es.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 base: Natural Earth (110 m). Distancias calculadas a partir de coordenadas publicadas; las figuras son esquemáticas y no son mapas oficiales de amenaza.</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Mismo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reporta la activación de la Carta Internacional «Espacio y Grandes Catástrofes» y la movilización del Servicio de Gestión de Emergencias Copernicus; los detalles están en verificación.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Carta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E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Calibri" pitchFamily="34" charset="0"/>
                <a:ea typeface="Calibri" pitchFamily="34" charset="-122"/>
                <a:cs typeface="Calibri" pitchFamily="34" charset="-120"/>
              </a:rPr>
              <a:t>Insertar la imagen antes de la publicación.</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235 km del epicentro, en una baja. El patrón alargado a lo largo de los valles, en lugar de un círculo compacto alrededor del epicentro, es la firma de una fuente a 96-107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Comisión Europea anunció la activación de Copernicus por el terremoto (declaración de la presidenta von der Leyen expresando el apoyo de la UE a Colombia). También se reporta la activación de la Carta Internacional «Espacio y Grandes Catástrofes». Al momento de redactar no se ha identificado ni el número de activación EMSR de Copernicus ni el de la Carta; nótese que EMSR915 corresponde a una activación por incendio forestal en Albania, no a este evento.</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Activación de cartografía rápida anunciada por la Comisión Europea; número de activación EMSR aún no identificado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Anunciada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activaciones de cartografía rápida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2026-08-11T00:03:50Z</dcterms:created>
  <dcterms:modified xsi:type="dcterms:W3CDTF">2026-08-11T00:03:50Z</dcterms:modified>
</cp:coreProperties>
</file>