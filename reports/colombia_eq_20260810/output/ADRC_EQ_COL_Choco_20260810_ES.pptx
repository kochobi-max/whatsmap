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3" Type="http://schemas.openxmlformats.org/officeDocument/2006/relationships/hyperlink" Target="https://catalogosismico.sgc.gov.co/visor/index.html" TargetMode="External"/><Relationship Id="rId1" Type="http://schemas.openxmlformats.org/officeDocument/2006/relationships/image" Target="../media/image-26-1.png"/><Relationship Id="rId14" Type="http://schemas.openxmlformats.org/officeDocument/2006/relationships/slideLayout" Target="../slideLayouts/slideLayout1.xml"/><Relationship Id="rId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7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En su balance de las 13:00 COT del 10 de agosto el Gobierno reportó 111 muertos y 87 heridos —cifra que la prensa elevó a 132 al caer la tarde—,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22:00 COT (11 de agosto, 12:00 JST), unas 14 horas después del sismo. El balance consolidado del Gobierno (111 muertos, 87 heridos) corresponde a su corte de las 13:00 COT; la cifra posterior de 132 proviene de la prensa.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está muy por encima de los 111 muertos reportados nueve horas después del evento;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13:18:10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USGS us6000tjm4, revisado: 16 km al O de San José del Palmar, profundidad 98,5 km — 44 minutos después del sismo principal y a la misma profundidad intermedia. Otras entidades reportan 5.0-5.7 para este evento.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Reportada por las entidades regionales IGC (M4.7) e INET (M4.3); no aparece en el catálogo del USGS con umbral M2.5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Las dos réplicas listadas en el boletín del evento del SGC; la de M4.8 fue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no se había publicado un conteo oficial consolidado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28416"/>
            <a:ext cx="11430000" cy="822960"/>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Tres catálogos independientes -el servicio FDSN del USGS, el SeismicPortal del EMSC y las consultas públicas del SGC- devuelven los mismos dos eventos para esta región: el sismo principal y una única réplica de mb 5.0 44 minutos después. El boletín del SGC añade M4.8 y M2.8 y la prensa reportó más de 20 eventos durante el día, pero esos sismos menores no se pueden recuperar públicamente: quedan por debajo de la completitud de los catálogos globales aquí, y el catálogo revisado del SGC termina el 28 de febrero de 2018. Una secuencia escasa de réplicas grandes es lo que cabe esperar de una ruptura intraplaca de profundidad intermedia; pero un M5 mientras la búsqueda y el rescate están en curso basta para derribar estructuras que el sismo principal ya debilitó.</a:t>
            </a:r>
            <a:endParaRPr lang="en-US" sz="950" dirty="0"/>
          </a:p>
        </p:txBody>
      </p:sp>
      <p:sp>
        <p:nvSpPr>
          <p:cNvPr id="6" name="Shape 2"/>
          <p:cNvSpPr/>
          <p:nvPr/>
        </p:nvSpPr>
        <p:spPr>
          <a:xfrm>
            <a:off x="365760" y="4169664"/>
            <a:ext cx="11430000" cy="969264"/>
          </a:xfrm>
          <a:prstGeom prst="roundRect">
            <a:avLst>
              <a:gd name="adj" fmla="val 4717"/>
            </a:avLst>
          </a:prstGeom>
          <a:solidFill>
            <a:srgbClr val="FCE9DC"/>
          </a:solidFill>
          <a:ln w="12700">
            <a:solidFill>
              <a:srgbClr val="E8A317"/>
            </a:solidFill>
            <a:prstDash val="solid"/>
          </a:ln>
        </p:spPr>
      </p:sp>
      <p:sp>
        <p:nvSpPr>
          <p:cNvPr id="7" name="Text 3"/>
          <p:cNvSpPr/>
          <p:nvPr/>
        </p:nvSpPr>
        <p:spPr>
          <a:xfrm>
            <a:off x="530352" y="4224528"/>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8" name="Shape 4"/>
          <p:cNvSpPr/>
          <p:nvPr/>
        </p:nvSpPr>
        <p:spPr>
          <a:xfrm>
            <a:off x="365760" y="5212080"/>
            <a:ext cx="11430000" cy="731520"/>
          </a:xfrm>
          <a:prstGeom prst="roundRect">
            <a:avLst>
              <a:gd name="adj" fmla="val 6250"/>
            </a:avLst>
          </a:prstGeom>
          <a:solidFill>
            <a:srgbClr val="FCE9DC"/>
          </a:solidFill>
          <a:ln w="12700">
            <a:solidFill>
              <a:srgbClr val="E8A317"/>
            </a:solidFill>
            <a:prstDash val="solid"/>
          </a:ln>
        </p:spPr>
      </p:sp>
      <p:sp>
        <p:nvSpPr>
          <p:cNvPr id="9" name="Text 5"/>
          <p:cNvSpPr/>
          <p:nvPr/>
        </p:nvSpPr>
        <p:spPr>
          <a:xfrm>
            <a:off x="530352" y="5266944"/>
            <a:ext cx="11100816" cy="62179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10" name="Text 6"/>
          <p:cNvSpPr/>
          <p:nvPr/>
        </p:nvSpPr>
        <p:spPr>
          <a:xfrm>
            <a:off x="365760" y="5980176"/>
            <a:ext cx="11430000" cy="25603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Disponibilidad de datos, verificada el 11 de agosto de 2026: el servicio de eventos FDSN del USGS (región 3-7 N / 78-74,5 O, desde la hora de origen; query.csv en este repositorio) y el FDSN del SeismicPortal del EMSC devuelven dos eventos tanto con umbral M2.5+ como M2+; el visor del catálogo del SGC y su formulario de consulta experta solo ofrecen el catálogo histórico revisado (1 jun 1993 - 28 feb 2018) y no devuelven nada para 2026. No se traza una serie temporal porque no existe públicamente: la escasez es, en sí misma, el hallazgo.</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SeismicPortal — boletín y servicio de eventos FDSN</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Cifra del Presidente; la Gobernación había reportado 12 muertos y 84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de la Presidencia en momentos distintos y no suman el total nacional; el propio total pasó de 111 a las 13:00 COT a 132 al caer la tarde del 10 de agosto.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(prensa, tarde del 10 de agosto). El balance del Gobierno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(CNN, en vivo); Presidencia / UNGRD para la cifra de las 13:00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 en el país (Gobierno, 13:00 COT). Solo en Chocó el Presidente reportó después 119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Presidencia (cifra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Cuatro personas habían sido rescatadas con vida de los escombros al caer la tarde del 10 de agosto; las búsquedas continuaban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cifras se mueven como cabía esperar. El total nacional pasó de 111 en el balance del Gobierno de las 13:00 COT a 132 al caer la tarde, y el Chocó de 12 a 13 muertos, con los heridos revisados de 84 a 119, mientras los conteos de daños en edificaciones siguen en sus valores de primera mirada. Los aumentos rápidos de los próximos días deben leerse como avance de la evaluación y no necesariamente como agravamiento.</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050" dirty="0"/>
          </a:p>
          <a:p>
            <a:pPr algn="l" marL="342900" indent="-342900">
              <a:buSzPct val="100000"/>
              <a:buChar char="•"/>
            </a:pPr>
            <a:r>
              <a:rPr lang="en-US" sz="10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0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22:00 COT (11 de agosto, 12:00 JST), unas 14 horas después del sismo. El balance consolidado del Gobierno (111 muertos, 87 heridos) corresponde a su corte de las 13:00 COT; la cifra posterior de 132 proviene de la prensa.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2026-08-11T03:39:04Z</dcterms:created>
  <dcterms:modified xsi:type="dcterms:W3CDTF">2026-08-11T03:39:04Z</dcterms:modified>
</cp:coreProperties>
</file>