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7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En su balance de las 13:00 COT del 10 de agosto el Gobierno reportó 111 muertos y 87 heridos —cifra que la prensa elevó a 132 al caer la tarde—,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44 minutos después del sismo principal, a la misma profundidad intermedia (~100 km) y prácticamente el mismo epicentro. USGS/NEIC mb 5.0; otras entidades reportan 5.0-5.7 para el mismo evento.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 horas y 27 minutos después del sismo principal, de nuevo a profundidad intermedia cerca del epicentro (IGC M4.7; INET M4.3)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Las dos réplicas listadas en el boletín del evento del SGC; la de M4.8 fue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no se había publicado un conteo oficial consolidado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Los boletines internacionales documentan dos réplicas por encima de M4.5: M5.0 a las 13:18 UTC, 44 minutos después del sismo principal, y M4.7 a las 15:01 UTC. Ambas se ubican a profundidad intermedia cerca del sismo principal, como cabe esperar en una secuencia intraplaca. El boletín del SGC lista M4.8 y M2.8, y la prensa reportó más de 20 eventos durante el día. Las secuencias de réplicas de sismos intraplaca de profundidad intermedia suelen ser menos productivas que las de los sismos corticales someros, pero un M5 mientras la búsqueda y el rescate están en curso basta para derribar estructuras que el sismo principal ya debilitó.</a:t>
            </a:r>
            <a:endParaRPr lang="en-US" sz="95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Cifra del Presidente; la Gobernación había reportado 12 muertos y 84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de la Presidencia en momentos distintos y no suman el total nacional; el propio total pasó de 111 a las 13:00 COT a 132 al caer la tarde del 10 de agosto.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(prensa, tarde del 10 de agosto). El balance del Gobierno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(CNN, en vivo); Presidencia / UNGRD para la cifra de las 13:00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en el país (Gobierno, 13:00 COT). Solo en Chocó el Presidente reportó después 119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Presidencia (cifra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Cuatro personas habían sido rescatadas con vida de los escombros al caer la tarde del 10 de agosto; las búsquedas continuaban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se mueven como cabía esperar. El total nacional pasó de 111 en el balance del Gobierno de las 13:00 COT a 132 al caer la tarde, y el Chocó de 12 a 13 muertos, con los heridos revisados de 84 a 119, mientras los conteos de daños en edificaciones siguen en sus valores de primera mirada. Los aumentos rápidos de los próximos días deben leerse como avance de la evaluación y no necesariamente como agravamiento.</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 boletín sísmico (soluciones de varias entidades)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2026-08-11T03:24:35Z</dcterms:created>
  <dcterms:modified xsi:type="dcterms:W3CDTF">2026-08-11T03:24:35Z</dcterms:modified>
</cp:coreProperties>
</file>