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3-1.png"/><Relationship Id="rId17" Type="http://schemas.openxmlformats.org/officeDocument/2006/relationships/slideLayout" Target="../slideLayouts/slideLayout1.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 Type="http://schemas.openxmlformats.org/officeDocument/2006/relationships/image" Target="../media/image-24-1.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107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E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235 km del epicentro, en una baja. El patrón alargado a lo largo de los valles, en lugar de un círculo compacto alrededor del epicentro, es la firma de una fuente a 96-107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 y sus estimaciones superan con mucho lo que la ciudad vivió el 10 de agosto de 2026.</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107 km de profundidad y a 166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1925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Cali (Valle del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M7.0</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050" dirty="0"/>
          </a:p>
          <a:p>
            <a:pPr algn="l" marL="342900" indent="-342900">
              <a:buSzPct val="100000"/>
              <a:buChar char="•"/>
            </a:pPr>
            <a:r>
              <a:rPr lang="en-US" sz="10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0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2026-08-11T00:43:26Z</dcterms:created>
  <dcterms:modified xsi:type="dcterms:W3CDTF">2026-08-11T00:43:26Z</dcterms:modified>
</cp:coreProperties>
</file>