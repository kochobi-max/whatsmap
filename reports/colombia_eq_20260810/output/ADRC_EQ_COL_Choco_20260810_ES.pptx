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mundo/mas-regiones/la-comunidad-internacional-se-vuelca-en-ayudas-para-colombia-lista-de-paises-que-han-ofrecido-apoyo-tras-el-terremoto-de-magnitud-7-3577512" TargetMode="External"/><Relationship Id="rId3" Type="http://schemas.openxmlformats.org/officeDocument/2006/relationships/hyperlink" Target="https://colombia.un.org/es/320793-informaci%C3%B3n-y-actualizaciones-sobre-el-terremoto-en-colombia"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reliefweb.int/country/col"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28-1.png"/><Relationship Id="rId16" Type="http://schemas.openxmlformats.org/officeDocument/2006/relationships/slideLayout" Target="../slideLayouts/slideLayout1.xml"/><Relationship Id="rId1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29-1.png"/><Relationship Id="rId16" Type="http://schemas.openxmlformats.org/officeDocument/2006/relationships/slideLayout" Target="../slideLayouts/slideLayout1.xml"/><Relationship Id="rId1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2-1.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12 de agosto de 2026, 08:00 COT (22:00 JST), unas 48 horas después del sismo: al menos 224 muertos, más de 2.500 heridos, 243 personas rescatadas con vida y 195 desaparecidos reportados a las autoridades. Una plataforma ciudadana aparte acumula 3.653 reportes de desaparición sin resolver, una medida distinta que se explica en la página de afectación humana.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localizó 147 eventos en las 34 horas posteriores al sismo principal. Solo uno superó M4,0 -la M4,8 ocurrida 44 minutos después- y el 92 % estuvo por debajo de M3,0, de modo que ninguna réplica se ha acercado al tamaño del sismo principal. Noventa y seis de los 147 se ubican a 60 km de profundidad o más y a menos de 80 km del epicentro: ese subconjunto es la secuencia intraplaca propiamente dicha, y su curva acumulada sigue de cerca los totales publicados por el SGC. El resto es sismicidad de fondo que el mismo catálogo registra, y por eso un conteo bruto va por delante de la cifra oficial de réplicas. Una secuencia modesta y de decaimiento rápido es lo que cabe esperar de una ruptura de profundidad intermedia.</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224+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más de 2.500</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195</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nacional provisional, 12 de agosto. Los heridos incluyen 279 trasladados a hospitales; 243 personas han sido rescatadas con vida. Viviendas: 13.067 averiadas y 2.501 destruidas (UNGRD, 11 de agosto).</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gráfico es el desglose del Presidente del 11 de agosto, que suma 181; no se ha vuelto a emitir desde que el total nacional superó los 224 el 12 de agosto, de modo que conviene leerlo como la forma de la distribución y no como un conteo actual: los muertos se concentran en Risaralda (Pereira) y Valle del Cauca (Cali). La UNGRD dio 182 el 11 de agosto y la suma de los anuncios departamentales y municipales llegó a 240 ese mismo día. Cali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195</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195 y 3.653 no son la misma medida y ninguna es errónea. 195 es lo que las autoridades registran como desaparecidos reportados; ha variado en seis personas en un día porque está ligado a los sitios de búsqueda y a los reportes oficiales. 3.653 es el número de personas registradas por sus familias en la plataforma ciudadana «Colombia te busca» y aún no localizadas: es una iniciativa comunitaria, no un registro estatal, no reemplaza el reporte a la Policía ni a la Fiscalía, y contendrá duplicados y personas simplemente incomunicadas en zonas sin energía ni telefonía. Cabe esperar que esa cifra caiga con fuerza al restablecerse las comunicaciones, y que la oficial suba a medida que se verifiquen los reportes. Cítese 195 como el conteo de desaparecidos; cítese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menos 224 (balance provisional, 12 de agosto); también se cita al Gobierno en 240. El 11 de agosto la UNGRD dio 182 y el balance del Gobierno del 10 de agosto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Balance nacional provisional, 12 de agosto; UNGRD;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2.500 (12 de agosto), de los cuales 279 fueron trasladados a clínicas y hospitales. La UNGRD dio 2.542 el 11 de agosto, frente a 87 en el balance del Gobierno del 10 de agosto a las 13:00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Balance nacional provisional, 12 de agosto;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195 (Presidente, 12 de agosto), frente a 189 el día anterior. Cuatro menores siguen desaparecidos bajo un colegio colapsado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 las 20:00 COT del 11 de agosto), incluida una mujer rescatada en Cali casi 30 horas después del sismo y un bebé sacado de un edificio de apartamentos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Balance nacional provisional,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viviendas afectadas: 13.067 averiadas y 2.501 destruidas (UNGRD, 11 de agosto), frente a las 1.612 contabilizadas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80 en el país (11 de agosto), frente a 61 el 10 de agosto. Funcionarios de la Alcaldía de Cali reportan 107 colapsadas solo en esa ciudad, 643 más con daños estructurales y 18 con orden de evacuación;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11 de agosto;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70" dirty="0"/>
          </a:p>
          <a:p>
            <a:pPr algn="l" marL="342900" indent="-342900">
              <a:buSzPct val="100000"/>
              <a:buChar char="•"/>
            </a:pPr>
            <a:r>
              <a:rPr lang="en-US" sz="77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Se prepara un decreto de emergencia económica, con crédito internacional y alivios tributarios en estudio.</a:t>
            </a:r>
            <a:endParaRPr lang="en-US" sz="77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la ONU no había recibido una solicitud formal de asistencia de las autoridades colombianas.</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Hay ofrecimientos; Colombia no ha solicitado
</a:t>
            </a:r>
            <a:pPr algn="l" indent="0" marL="0">
              <a:buNone/>
            </a:pPr>
            <a:r>
              <a:rPr lang="en-US" sz="950" dirty="0">
                <a:solidFill>
                  <a:srgbClr val="7A2E0E"/>
                </a:solidFill>
                <a:latin typeface="Calibri" pitchFamily="34" charset="0"/>
                <a:ea typeface="Calibri" pitchFamily="34" charset="-122"/>
                <a:cs typeface="Calibri" pitchFamily="34" charset="-120"/>
              </a:rPr>
              <a:t>A dos días del sismo, el patrón es un gran volumen de ofrecimientos y un gobierno que no los ha convertido en solicitudes: al 11 de agosto la ONU no tenía una solicitud formal, y la ayuda bilateral que efectivamente se ha movido es dinero (15,5 millones de dólares de Estados Unidos, 100.000 euros de la UE, 500.000 dólares de la CAF) más el grupo USAR del Ecuador y la cartografía satelital. Bajo la Ley 1523 la respuesta la dirige Colombia, y los ofrecimientos se canalizan por la Cancillería junto con la UNGRD; la pregunta para los próximos días es si la carga de búsqueda y rescate -230 atrapados solo en Cali- supera la capacidad nacional lo bastante rápido como para cambiar ese cuadro.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balance se multiplicó a medida que la evaluación alcanzó los daños. En 48 horas los muertos pasaron de 111 a al menos 224, los heridos de 87 a más de 2.500, las viviendas afectadas de 1.612 a 15.568 y los establecimientos educativos de 52 a 884. No ocurrió nada nuevo que provocara esos saltos; los equipos llegaron a donde no habían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 la cifra oficial de desaparecidos pasó de 189 a 195 mientras las consultas familiares en una plataforma ciudadana llegaban a 3.653.</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10" dirty="0"/>
          </a:p>
          <a:p>
            <a:pPr algn="l" marL="342900" indent="-342900">
              <a:buSzPct val="100000"/>
              <a:buChar char="•"/>
            </a:pPr>
            <a:r>
              <a:rPr lang="en-US" sz="81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1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12 de agosto de 2026, 08:00 COT (22:00 JST), unas 48 horas después del sismo: al menos 224 muertos, más de 2.500 heridos, 243 personas rescatadas con vida y 195 desaparecidos reportados a las autoridades. Una plataforma ciudadana aparte acumula 3.653 reportes de desaparición sin resolver, una medida distinta que se explica en la página de afectación humana.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2026-08-12T12:35:22Z</dcterms:created>
  <dcterms:modified xsi:type="dcterms:W3CDTF">2026-08-12T12:35:22Z</dcterms:modified>
</cp:coreProperties>
</file>