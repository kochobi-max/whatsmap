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全国で189人（UNGRD、8月11日）。カリ市当局は同市で生き埋め230人・救出88人と報告。キブドでは倒壊した学校の下に子ども4人。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全国で80棟超（8月11日）。8月10日の61棟から増加。カリ市当局は同市だけで倒壊107棟、構造的被害643棟、避難命令18棟と報告。マニサレスは倒壊17棟・部分倒壊19棟。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報道（8月11日）、UNGRD、カリ市、マニサレス市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コロンビア当局からの正式な支援要請は国連に届いていない。</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申し出はあるが、コロンビアは要請していない
</a:t>
            </a:r>
            <a:pPr algn="l" indent="0" marL="0">
              <a:buNone/>
            </a:pPr>
            <a:r>
              <a:rPr lang="en-US" sz="950" dirty="0">
                <a:solidFill>
                  <a:srgbClr val="7A2E0E"/>
                </a:solidFill>
                <a:latin typeface="Meiryo" pitchFamily="34" charset="0"/>
                <a:ea typeface="Meiryo" pitchFamily="34" charset="-122"/>
                <a:cs typeface="Meiryo" pitchFamily="34" charset="-120"/>
              </a:rPr>
              <a:t>発災2日目の構図は、多数の申し出と、それを要請に転換していない政府である。8月11日時点で国連には正式な要請が届いておらず、実際に動いた二国間支援は資金（米国1,550万米ドル、EU10万ユーロ、CAF50万米ドル）と、エクアドルのUSARチーム、衛星マッピングである。法1523号の下で対応を指揮するのはコロンビア自身であり、申し出は外務省とUNGRDを通じて受け入れられる。今後の焦点は、捜索救助の作業量——カリだけで生き埋め230人——が国内の対応能力を上回り、この構図が変わるかどうかであ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2026-08-12T00:19:17Z</dcterms:created>
  <dcterms:modified xsi:type="dcterms:W3CDTF">2026-08-12T00:19:17Z</dcterms:modified>
</cp:coreProperties>
</file>