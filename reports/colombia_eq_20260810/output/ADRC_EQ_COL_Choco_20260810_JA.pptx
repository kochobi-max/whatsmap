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バジェ・デル・カウカ県（カリ）</c:v>
                  </c:pt>
                  <c:pt idx="1">
                    <c:v>リサラルダ県（ペレイラ）</c:v>
                  </c:pt>
                  <c:pt idx="2">
                    <c:v>チョコ県（キブド）</c:v>
                  </c:pt>
                  <c:pt idx="3">
                    <c:v>カルダス県（マニサレス）</c:v>
                  </c:pt>
                  <c:pt idx="4">
                    <c:v>アンティオキア県</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110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位置図 © Google（Google マップ）。以降のページに示す距離は、USGS公表座標から計算したもの。</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マップ</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110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15日06:30（コロンビア時間）締めのUNGRD集計現在、発災から約5日後。死者294人、負傷3,935人、行方不明320人、救出353人、被災54,008世帯（115,461人）、被害報告のあった市町村448。住宅全壊14,493棟・損壊81,506棟、建物倒壊66棟。SGCは8月14日07:00までに余震184回を決定。各項目は記録の突合に伴い集計時点ごとに増減する。引用の際は必ず集計時点を併記されたい。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対応の時系列（8月10〜15日）（1/4）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対応の時系列（8月10〜15日）（2/4）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夕方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大統領府／地元当局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対応の時系列（8月10〜15日）（3/4）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 07:31</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日本（外務省）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8月11日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国連／OCHA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 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09:42</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対応の時系列（8月10〜15日）（4/4）</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8月13日 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09:00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コロンビア外務省／拠出国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8月14日 07:00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8月15日 06:30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8月12日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大統領府／チョコ県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震源が深さ110kmであるため、域内の都市はいずれも震源距離110〜205kmとほぼ同程度になり、極端に強い揺れが特定の都市に集中しない。</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 / 105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158 / 38 / 138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172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241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07:34:28（コロンビア時間、UTC-5）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12:34:28（UTC）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4.8436 N, 76.2422 W   ·   SGC 4.99 N, 76.29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110.3km（USGS、PAGER第5版）／103km（SGC、8月11日改訂）</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PAGER：オレンジ（第5版）。死者数は1,000〜10,000人の階級が最も確からしい（確率35%）。経済損失は1〜10億米ドルが最も確からしく（34%）、コロンビアのGDPの1%未満。GDACS：オレンジ。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規模はUSGSとSGCで一致。SGCは8月11日14:20 UTCに解を改訂し、深さ103km・119観測点・208フェーズとした。改訂後の位置はUSGSと17km、深さは7kmの差であり、観測点数の増加に伴い両解は近づいた。本報告の震央距離はUSGSの震源位置から計算している。SGCの速報値は今後も変更されうる。</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241kmのボゴタは弱い帯に位置する。震央を中心とする同心円ではなく谷筋に沿って伸びる分布は、深さ96〜110kmの震源と軟弱な盆地堆積層の組み合わせによる特徴であ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USGS PAGERによる影響評価</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onePAGER 第5版（USGS、パブリックドメイン）</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5版は発災の2時間8分後に作成された。これは単一の予測値ではなく確率分布であり、オレンジ警報は「相当の人的被害と損害が生じる可能性が高く、過去のオレンジ警報は地域的または国家的な対応を要した」ことを意味する。最も確からしい死者数階級1,000〜10,000人は、発災9時間後の報告値111人を大きく上回っていたが、33時間後には報告値が182〜240人となり、PAGERが低いながらも相応の確率を与えていた100〜1,000人の階級に入った。この段階での乖離は通常のことであり、実測が推計に置き換わるにつれて差は縮ま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曝露人口</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甚大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非常に強い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1,564k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VI</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強い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8,888k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中程度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17,076k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IV</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やや弱い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Meiryo" pitchFamily="34" charset="0"/>
                          <a:ea typeface="Meiryo" pitchFamily="34" charset="-122"/>
                          <a:cs typeface="Meiryo" pitchFamily="34" charset="-120"/>
                        </a:rPr>
                        <a:t>6,465k</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08:18 COT (13:18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10:01 COT (15:01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11 Aug 00:12 / 10:43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M3.6 / M3.9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13 Aug 09:42 COT (14:42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M4.2</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to 14 Aug 07:00 COT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184 located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0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800" dirty="0"/>
          </a:p>
        </p:txBody>
      </p:sp>
      <p:pic>
        <p:nvPicPr>
          <p:cNvPr id="6" name="Image 1" descr="/home/user/whatsmap/reports/colombia_eq_20260810/images/aftershock_counts_ja.png">    </p:cNvPr>
          <p:cNvPicPr>
            <a:picLocks noChangeAspect="1"/>
          </p:cNvPicPr>
          <p:nvPr/>
        </p:nvPicPr>
        <p:blipFill>
          <a:blip r:embed="rId2"/>
          <a:stretch>
            <a:fillRect/>
          </a:stretch>
        </p:blipFill>
        <p:spPr>
          <a:xfrm>
            <a:off x="8091692" y="3584448"/>
            <a:ext cx="2598392"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本震後にSGCが決定した147地震（ADRC作成、SGCカタログによる）</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機関による解のばらつき
</a:t>
            </a:r>
            <a:pPr algn="l" indent="0" marL="0">
              <a:buNone/>
            </a:pPr>
            <a:r>
              <a:rPr lang="en-US" sz="950" dirty="0">
                <a:solidFill>
                  <a:srgbClr val="7A2E0E"/>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データ：SGCの地域カタログ抽出（2026年8月10日07:34〜11日17:24、コロンビア時間）。本震を含む148行で、各行にSGCのイベントIDと精査済み（manual）の状態が付されている。本レポート作成者から提供され、本リポジトリに images/sgc_aftershocks.csv として保持している。両パネルはこのファイルから生成しており、図は再現可能で、各地震はIDによりsgc.gov.coで確認できる。この抽出の本震の行（深さ103km、北緯4.99度・西経76.29度）は、8月11日に改訂されたSGCのイベントページと一致しており、抽出全体の妥当性の裏づけとなっている。</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SGC集計：8月11日15:00時点で余震103回</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余震99回とその規模（SGC）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294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3,935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行方不明</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320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8月15日06:30締めのUNGRD集計。被災54,008世帯・115,461人、被害報告のあった市町村448。住宅全壊14,493棟・損壊81,506棟、生存救出353人・動物188頭。負傷者は再び減少（4,018→3,935人）、行方不明は増加（202→320人）した。これらの数値は、届出・解決・重複整理の進行に伴い集計時点ごとに両方向へ動く。引用の際は数値とあわせて集計時点を示されたい。</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66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大統領（8月11日）。県は約90人と報告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チョコ県（キブド）</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チョコ県は8月12日夜に捜索救助段階を終了。キブドで最後まで捜索されていた家族4人は生存が確認された。県の集計は死者14人、負傷138人。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2人、4人、5人と推移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全国の死者数は8月15日06:30締めで294人となった。8月14〜15日の288人、14日09:00の287人、同日朝の285人、13日夜の281人、13日午前の273人を経ている。被害が最も大きいのはチョコ、リサラルダ、バジェ・デル・カウカの3県である。法医学研究所には8月13日時点で250遺体が搬入され、うち227体の身元が確認されていた。公式の全国値として引用すべきは294人であ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UNGRD集計：死者182人・負傷2,542人・行方不明189人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大統領の181人は地方集計より59人少ない</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集計：死者132人・負傷570人超（都市別）</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行方不明者：2つの集計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当局への届出</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Meiryo" pitchFamily="34" charset="0"/>
                <a:ea typeface="Meiryo" pitchFamily="34" charset="-122"/>
                <a:cs typeface="Meiryo" pitchFamily="34" charset="-120"/>
              </a:rPr>
              <a:t>320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市民プラットフォームの未解決</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Meiryo" pitchFamily="34" charset="0"/>
                <a:ea typeface="Meiryo" pitchFamily="34" charset="-122"/>
                <a:cs typeface="Meiryo"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Meiryo" pitchFamily="34" charset="0"/>
                <a:ea typeface="Meiryo" pitchFamily="34" charset="-122"/>
                <a:cs typeface="Meiryo" pitchFamily="34" charset="-120"/>
              </a:rPr>
              <a:t>同プラットフォームで確認済み</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Meiryo" pitchFamily="34" charset="0"/>
                <a:ea typeface="Meiryo" pitchFamily="34" charset="-122"/>
                <a:cs typeface="Meiryo"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「行方不明」の2つの数字
</a:t>
            </a:r>
            <a:pPr algn="l" indent="0" marL="0">
              <a:buNone/>
            </a:pPr>
            <a:r>
              <a:rPr lang="en-US" sz="950" dirty="0">
                <a:solidFill>
                  <a:srgbClr val="7A2E0E"/>
                </a:solidFill>
                <a:latin typeface="Meiryo" pitchFamily="34" charset="0"/>
                <a:ea typeface="Meiryo" pitchFamily="34" charset="-122"/>
                <a:cs typeface="Meiryo" pitchFamily="34" charset="-120"/>
              </a:rPr>
              <a:t>320人と3,653件は同じものを測った数値ではなく、どちらも誤りではない。320人は、8月15日06:30締めでUNGRDが示した、検察庁（Fiscalía General de la Nación）の公式登録簿による数値である。この数値は496人、377人、378人、202人、320人と両方向に動いてきた。届出の受理、解決、重複整理が同時に進んでいるためである。減少はいずれも瓦礫からの発見によるものではない。発見にあたる数値は生存救出であり、353人である。3,653件は、市民運営のプラットフォーム「Colombia te busca」に家族が登録し、まだ所在が確認されていない人数である。これは地域社会の取り組みであって国家の登録簿ではなく、警察や検察への届出に代わるものでもない。重複や、停電・通信途絶で単に連絡が取れないだけの人も含まれる。行方不明者数として引用すべきは320人であり、その際は集計時点を併記する。3,653件は「まだ所在を把握できていない世帯がどれだけあるか」を示す照会件数として引用するのが適切である。</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00" dirty="0">
                <a:solidFill>
                  <a:srgbClr val="222222"/>
                </a:solidFill>
                <a:latin typeface="Meiryo" pitchFamily="34" charset="0"/>
                <a:ea typeface="Meiryo" pitchFamily="34" charset="-122"/>
                <a:cs typeface="Meiryo" pitchFamily="34" charset="-120"/>
              </a:rPr>
              <a:t>登録はバジェ・デル・カウカ、リサラルダ、カルダス、チョコの4県に集中しており、死者の分布と同じである。県都市長会Asocapitalesも第2のプラットフォームを開設したため、照会は現在2つの登録簿に分かれている。両者の合計を足し合わせるべきではない。</a:t>
            </a:r>
            <a:endParaRPr lang="en-US" sz="100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busca」市民による行方不明者プラットフォーム</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地震の行方不明者検索ツール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カリ市：市当局の被害報告</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サンティアゴ・デ・カリ市職員による。市単位の数値であり、全国集計のある時点の内訳ではない。</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死者</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Meiryo" pitchFamily="34" charset="0"/>
                <a:ea typeface="Meiryo" pitchFamily="34" charset="-122"/>
                <a:cs typeface="Meiryo"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負傷者</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生き埋め</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Meiryo" pitchFamily="34" charset="0"/>
                <a:ea typeface="Meiryo" pitchFamily="34" charset="-122"/>
                <a:cs typeface="Meiryo"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Meiryo" pitchFamily="34" charset="0"/>
                <a:ea typeface="Meiryo" pitchFamily="34" charset="-122"/>
                <a:cs typeface="Meiryo" pitchFamily="34" charset="-120"/>
              </a:rPr>
              <a:t>救出者</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Meiryo" pitchFamily="34" charset="0"/>
                <a:ea typeface="Meiryo" pitchFamily="34" charset="-122"/>
                <a:cs typeface="Meiryo"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建物倒壊</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107</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構造的被害のある建物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643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避難命令の出た建物</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生き埋め</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230</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救出された人</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88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死者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69</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Meiryo" pitchFamily="34" charset="0"/>
                          <a:ea typeface="Meiryo" pitchFamily="34" charset="-122"/>
                          <a:cs typeface="Meiryo" pitchFamily="34" charset="-120"/>
                        </a:rPr>
                        <a:t>負傷者</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1,008</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カリの他の数値との関係
</a:t>
            </a:r>
            <a:pPr algn="l" indent="0" marL="0">
              <a:buNone/>
            </a:pPr>
            <a:r>
              <a:rPr lang="en-US" sz="950" dirty="0">
                <a:solidFill>
                  <a:srgbClr val="7A2E0E"/>
                </a:solidFill>
                <a:latin typeface="Meiryo" pitchFamily="34" charset="0"/>
                <a:ea typeface="Meiryo" pitchFamily="34" charset="-122"/>
                <a:cs typeface="Meiryo" pitchFamily="34" charset="-120"/>
              </a:rPr>
              <a:t>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a:t>
            </a:r>
            <a:endParaRPr lang="en-US" sz="95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Meiryo" pitchFamily="34" charset="0"/>
                <a:ea typeface="Meiryo" pitchFamily="34" charset="-122"/>
                <a:cs typeface="Meiryo" pitchFamily="34" charset="-120"/>
              </a:rPr>
              <a:t>サンティアゴ・デ・カリ市職員より受領（2026年8月12日）</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速報（8月11日、カリの死者85人に）</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294人（UNGRD、8月15日06:30締め）。8月14〜15日の288人、14日09:00の287人、13日の273人から増加。被害が最も大きいのはチョコ、リサラルダ、バジェ・デル・カウカの3県。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3,935人（UNGRD、8月15日06:30締め）。前日の4,018人から減少。負傷者数の下方修正は2度目で、1度目と同様に重複記録の整理によるものである。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行方不明（当局への届出）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320人（UNGRD、8月15日06:30締め）。前日の202人から増加したが、その202人も378人からの減少であった。この数値は検察庁の登録簿であり、届出と突合の進行に伴って両方向に動く。瓦礫の下に残る人数を示すものではない。生存救出は353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UNGRD、検察庁（8月15日）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市民プラットフォーム上の未解決報告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「Colombia te busca」（市民の取り組み）、Asocapitales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生存救出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353人（UNGRD、8月15日）。前日の354人、8月11日の243人と比較。カリで約30時間後に救出された女性、ペレイラで36時間ぶりに救出された女性、集合住宅から救出された乳児を含む。動物も188頭が救出されている。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被災市町村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被害報告のあった市町村は448（UNGRD、8月15日）。前日の426、8月12日の403から増加。カリ、ペレイラ、キブド、マニサレス、アルメニアでは赤色警報が継続。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被災者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54,008世帯・115,461人が被災（UNGRD、8月15日06:30締め）。前日の45,523世帯・102,263人から増加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95,999棟。全壊14,493棟、損壊81,506棟（UNGRD、8月15日06:30締め）。前日の86,283棟から増加。バジェ・デル・カウカ県山間部のコーヒー産地エル・カイロでは、住宅の80％が被害を受けた。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うち重大な損壊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81,506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うち全壊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14,493</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66棟（UNGRD、8月15日06:30締め）。8月14日の121棟、13日の172棟から再び下方修正された。当初倒壊と報告された構造物が、点検により分類し直されているためである。Asocapitalesは県都で243棟の倒壊を数える。カリ市当局は倒壊107棟・構造的被害643棟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UNGRD（8月15日）、Asocapitales、カリ市</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240か所が被害（UNGRD、8月14〜15日）。8月13日の216か所、10日の18か所から増加。医療機関7か所が閉鎖。カリの大学病院は約30％が崩壊し、小児科・内科・新生児科の一部を含む3フロアが失われた。内務大臣は8月14日、ブエナベントゥーラの病院網が対応能力を超えていると述べ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UNGRD（8月14〜15日）、内務省、バジェ・デル・カウカ県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2,205か所が被害（UNGRD、8月14〜15日）。8月13日の2,198か所、10日の52か所から増加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1,208か所が被害（UNGRD、8月14〜15日）。8月13日の825か所から増加</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道路210路線が被害（UNGRD、8月14〜15日）。8月11日の77路線、10日の18路線から増加。道路橋44橋、歩道橋13橋も被害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UNGRD（8月13日）、民間航空当局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上水道73系統が被害（UNGRD、8月14〜15日）、金融機関29拠点が業務停止。震央付近では停電と通信途絶が報告されている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UNGRD（8月14〜15日）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速報：死者132人に増加</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国の対応会議を主宰するデラエスプリエジャ大統領   © UNGRD</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市内の倒壊建物で活動するカリ消防   © Alcaldía de Santiago de Cali</a:t>
            </a:r>
            <a:pPr algn="ctr" indent="0" marL="0">
              <a:buNone/>
            </a:pPr>
            <a:r>
              <a:rPr lang="en-US" sz="7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 (2/2)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絞り込んだ受け入れ、その後の広がり
</a:t>
            </a:r>
            <a:pPr algn="l" indent="0" marL="0">
              <a:buNone/>
            </a:pPr>
            <a:r>
              <a:rPr lang="en-US" sz="950" dirty="0">
                <a:solidFill>
                  <a:srgbClr val="7A2E0E"/>
                </a:solidFill>
                <a:latin typeface="Meiryo" pitchFamily="34" charset="0"/>
                <a:ea typeface="Meiryo" pitchFamily="34" charset="-122"/>
                <a:cs typeface="Meiryo" pitchFamily="34" charset="-120"/>
              </a:rPr>
              <a:t>2つの構図が並んでいる。捜索救助は4か国——米国、イスラエル、エクアドル、エルサルバドル——にのみ開かれた。政府が挙げる基準はINSARAG分類、自己完結性、展開の速さであるが、申し出は少なくとも17か国からあり、他の何か国かも同じ分類を保持している。政府はイデオロギーの関与を否定しており、この点はコロンビア国内で議論になっている。一方、物資と資金は幅広く受け入れられている。インド、ノルウェー、スウェーデン、スペイン、イタリア、チリ、メキシコ、トルコ、ブラジル、世界銀行、および先行する米国・EU・CAFの拠出であり、申し出の総額は約13億米ドルとされる。この区別には理由がある。救助チームは受入国の指揮系統の内側で活動するが、物資はそうではない。ADRCの読者が持ち帰るべき点もここにある。法1523号の下で対応を指揮するのはコロンビア自身であり、活動する側の受け入れをここまで絞る場合、その根拠を文書で説明できるようにしておくことが求められ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イスラエル・エクアドル・エルサルバドル・米国から救助チーム到着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支援を申し出た国の一覧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国連コロンビア 地震に関する情報と更新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PNGRD 2015-2030 — 国家災害リスク管理計画。2016年大統領令第308号で採択され、2022年8月3日の第1478号で更新。仙台防災枠組に整合し、UNGRDが年次で進捗を監理する。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940" dirty="0"/>
          </a:p>
          <a:p>
            <a:pPr algn="l" marL="342900" indent="-342900">
              <a:spcAft>
                <a:spcPts val="500"/>
              </a:spcAft>
              <a:buSzPct val="100000"/>
              <a:buChar char="•"/>
            </a:pPr>
            <a:r>
              <a:rPr lang="en-US" sz="94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9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国家災害リスク管理計画（PNGRD）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2022年大統領令第1478号（PNGRD更新）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カリ市の住民参加型早期警戒システム</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事前のリスク評価：サンティアゴ・デ・カリ</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9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想定シナリオ（GEM-TREQ、2022年）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想定シナリオ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M6.5・深さ10km、ダグア・カリマ断層、市街地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曝露人口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約230万人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推定死者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約1,200人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重傷者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約36,300人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住まいを失う人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約181,000人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倒壊建物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348,000棟のうち約1,800棟（0.5%）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残余リスク</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既往対策を織り込んで約40%と評価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Meiryo" pitchFamily="34" charset="0"/>
                <a:ea typeface="Meiryo" pitchFamily="34" charset="-122"/>
                <a:cs typeface="Meiryo" pitchFamily="34" charset="-120"/>
              </a:rPr>
              <a:t>市が既に優先課題としていたこと</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850" dirty="0"/>
          </a:p>
          <a:p>
            <a:pPr algn="l" marL="342900" indent="-342900">
              <a:spcAft>
                <a:spcPts val="500"/>
              </a:spcAft>
              <a:buSzPct val="100000"/>
              <a:buChar char="•"/>
            </a:pPr>
            <a:r>
              <a:rPr lang="en-US" sz="85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2026年の地震はこのシナリオではない
</a:t>
            </a:r>
            <a:pPr algn="l" indent="0" marL="0">
              <a:buNone/>
            </a:pPr>
            <a:r>
              <a:rPr lang="en-US" sz="950" dirty="0">
                <a:solidFill>
                  <a:srgbClr val="7A2E0E"/>
                </a:solidFill>
                <a:latin typeface="Meiryo" pitchFamily="34" charset="0"/>
                <a:ea typeface="Meiryo" pitchFamily="34" charset="-122"/>
                <a:cs typeface="Meiryo" pitchFamily="34" charset="-120"/>
              </a:rPr>
              <a:t>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サンティアゴ・デ・カリ市 災害リスク管理</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GEM-TREQ カリ市プロファイル</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 GEM Foundation / USAID / Alcaldía de Santiago de Cali / USGS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8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8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カリ市地震リスク評価（技術報告 D2.6.2）</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1906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エクアドル・コロンビア地震（太平洋岸）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観測史上最大級。太平洋岸に破壊的な津波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1925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カリ地震（バジェ・デル・カウカ県）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1938</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コーヒー地帯の地震（深さ150km）</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1979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トゥマコ地震（ナリーニョ県）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M8.1</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プレート境界型で津波を伴う。数百人が死亡</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1983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ポパヤン地震（カウカ県）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M5.5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パエス地震（カウカ県）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M6.8</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1995</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M6.6</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2026年と同じ県で発生したやや深発地震</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1999</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アルメニア（キンディオ）地震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M6.1-6.2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2026</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チョコ地震（本地震）</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Meiryo" pitchFamily="34" charset="0"/>
                          <a:ea typeface="Meiryo" pitchFamily="34" charset="-122"/>
                          <a:cs typeface="Meiryo" pitchFamily="34" charset="-120"/>
                        </a:rPr>
                        <a:t>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PGA（g）、SGC／GEM 国家地震ハザードモデル（2020年）</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Meiryo" pitchFamily="34" charset="0"/>
                <a:ea typeface="Meiryo" pitchFamily="34" charset="-122"/>
                <a:cs typeface="Meiryo" pitchFamily="34" charset="-120"/>
              </a:rPr>
              <a:t>全国地震ハザード（再現期間475年）</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GEM財団 TREQプロジェクト（都市地震リスク：キト／カリ／サンティアゴ）</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750" dirty="0"/>
          </a:p>
          <a:p>
            <a:pPr algn="l" marL="342900" indent="-342900">
              <a:buSzPct val="100000"/>
              <a:buChar char="•"/>
            </a:pPr>
            <a:r>
              <a:rPr lang="en-US" sz="7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750" dirty="0"/>
          </a:p>
          <a:p>
            <a:pPr algn="l" marL="342900" indent="-342900">
              <a:buSzPct val="100000"/>
              <a:buChar char="•"/>
            </a:pPr>
            <a:r>
              <a:rPr lang="en-US" sz="7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750" dirty="0"/>
          </a:p>
          <a:p>
            <a:pPr algn="l" marL="342900" indent="-342900">
              <a:buSzPct val="100000"/>
              <a:buChar char="•"/>
            </a:pPr>
            <a:r>
              <a:rPr lang="en-US" sz="7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85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速報：死者132人に増加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チョコ県で負傷84人・死者12人（県政府）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GEM-TREQ カリ市地震リスク評価（技術報告 D2.6.2）</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SATIC カリ市の住民参加型早期警戒システム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サンティアゴ・デ・カリ市 災害リスク管理</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 国家災害リスク管理計画（PNGRD）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有用リンク・出典（4/6）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2022年大統領令第1478号（PNGRD更新）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地震カタログ閲覧（精査済みは2018年2月まで）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速報（8月11日、カリの死者85人に）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集計：死者132人・負傷570人超（都市別）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RPP 大統領の181人は地方集計より59人少ない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余震99回とその規模（SGC）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SGC集計：8月11日15:00時点で余震103回</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外務省（X）8月11日の投稿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支援を申し出た国の一覧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国連コロンビア 地震に関する情報と更新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有用リンク・出典（5/6）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地震の行方不明者検索ツール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Pulzo UNGRD による14県の被害・人的被害報告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Asocapitales 県都で死者188人・負傷1,677人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infolibre 捜索継続、死者少なくとも254人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Colombiano 死者265人・負傷3,494人・行方不明496人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被災40,753世帯 UNGRDの新集計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有用リンク・出典（6/6）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SGC 8月10日以降の余震184回（8月14日）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CNNスペイン語 救助・復旧のライブ報道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Semana 死者294人・住宅損壊81,506棟（公式数値）</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Heraldo 大統領令1172号 3日間の国家服喪</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15日06:30（コロンビア時間）締めのUNGRD集計現在、発災から約5日後。死者294人、負傷3,935人、行方不明320人、救出353人、被災54,008世帯（115,461人）、被害報告のあった市町村448。住宅全壊14,493棟・損壊81,506棟、建物倒壊66棟。SGCは8月14日07:00までに余震184回を決定。各項目は記録の突合に伴い集計時点ごとに増減する。引用の際は必ず集計時点を併記されたい。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2026-08-16T08:09:34Z</dcterms:created>
  <dcterms:modified xsi:type="dcterms:W3CDTF">2026-08-16T08:09:34Z</dcterms:modified>
</cp:coreProperties>
</file>