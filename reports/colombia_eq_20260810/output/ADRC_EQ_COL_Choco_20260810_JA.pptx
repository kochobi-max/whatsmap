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2" Type="http://schemas.openxmlformats.org/officeDocument/2006/relationships/hyperlink" Target="https://www.elheraldo.co/colombia/2026/08/12/presidente-de-la-espriella-decreta-tres-dias-de-duelo-nacional-por-victimas-del-terremoto/" TargetMode="External"/><Relationship Id="rId13"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4"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35-1.png"/><Relationship Id="rId15" Type="http://schemas.openxmlformats.org/officeDocument/2006/relationships/slideLayout" Target="../slideLayouts/slideLayout1.xml"/><Relationship Id="rId1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www.infobae.com/colombia/2026/08/17/terremoto-en-colombia-ungrd-explica-la-reduccion-en-el-registro-de-fallecidos-y-desaparecidos/" TargetMode="External"/><Relationship Id="rId7"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8" Type="http://schemas.openxmlformats.org/officeDocument/2006/relationships/hyperlink" Target="https://www.infobae.com/colombia/2026/08/17/china-envia-80-toneladas-de-ayuda-a-colombia-tras-el-terremoto-asi-es-el-cargamento-que-llegara-a-bogota/" TargetMode="External"/><Relationship Id="rId1" Type="http://schemas.openxmlformats.org/officeDocument/2006/relationships/image" Target="../media/image-36-1.png"/><Relationship Id="rId9" Type="http://schemas.openxmlformats.org/officeDocument/2006/relationships/slideLayout" Target="../slideLayouts/slideLayout1.xml"/><Relationship Id="rId1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16日18:30（コロンビア時間）締めのUNGRD集計現在。死者287人、負傷4,147人、行方不明194人、生存救出355人・動物496頭、15県・472市町村。被災120,671世帯・185,996人、住宅全壊26,392棟・損壊127,608棟、建物倒壊197棟。UNGRDは、これらの数値の変動について、地方から報告された数値の検証と統合によるものであり、一部は未検証のまま送られていたと説明している。すべて速報値。引用の際は集計時点を併記されたい。　8月17日時点で、外務省は人道支援物資222.5トンと国際チーム144人の受け入れを報告している。</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対応の時系列（8月10〜17日）（1/4）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対応の時系列（8月10〜17日）（2/4）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対応の時系列（8月10〜17日）（3/4）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09:42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09:00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コロンビア外務省／拠出国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対応の時系列（8月10〜17日）（4/4）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 06:30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大統領府／チョコ県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8月16日 07:30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8月16日 18:30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30締めのUNGRD集計。死者287人、負傷4,147人、行方不明194人、生存救出355人・動物496頭。15県・472市町村で被災120,671世帯・185,996人。住宅全壊26,392棟・損壊127,608棟、建物倒壊197棟。医療304、教育3,207、コミュニティ4,059か所。道路410路線、上水道95系統、道路橋48橋、歩道橋13橋、空港5か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8月17日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登録簿の減少を説明。死者名簿から5人、行方不明の統合名簿から177人が外れたのは、検証の過程で同一人物が複数の地方報告に現れ二重計上され得たためであり、必ずしも新たな発見に対応するものではないとする。外務省は人道支援物資222.5トンと国際チーム144人の受け入れを報告し、いかなる国も排除していないと表明。中国は80トンを発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UNGRD／コロンビア外務省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13 Aug 09:42 COT (14:42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M4.2</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14 Aug 07:00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184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本震から4日後のSGC累計。余震184回、うちM3.0超15回、M4.0超2回。8月11日15:00時点の公表値は103回。図に用いたカタログ抽出は8月11日17:24までの147回である。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0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　8月14日07:00までにSGCの公表値は184回に達し、うちM3.0超が15回、M4.0超が2回である。この推移はカタログ抽出および通常の減衰と整合する。</a:t>
            </a:r>
            <a:endParaRPr lang="en-US" sz="8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8091692" y="3584448"/>
            <a:ext cx="2598392"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287</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4,147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194</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8月16日18:30締めのUNGRD集計。15県・472市町村で被災120,671世帯・185,996人。住宅全壊26,392棟・損壊127,608棟、生存救出355人・動物496頭。同じ日に2回の締めがあり、死者289人→287人、負傷4,187人→4,147人、行方不明143人→194人と動いた。UNGRDはその理由として、地方から報告された数値の検証・統合を進めており、一部は検証前に送られていたことを挙げている。引用の際は数値とあわせて集計時点を示されたい。</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全国の死者数は8月16日18:30締めで287人である。同日07:30締めの289人、15日の294人を経ている。推移は273人（8月13日）→281→285→287→288→294→289→287人。UNGRDはこの変動を、地方から報告された数値の検証・統合によるもので、一部は検証前に送られていたと説明している。法医学研究所には8月13日時点で250遺体が搬入され、うち227体の身元が確認されていた。公式の全国値として引用すべきは287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194</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194人と3,653件は同じものを測った数値ではなく、どちらも誤りではない。194人は、8月16日18:30締めでUNGRDが示した公式の数値であり、検察庁の登録簿に基づく。この数値は496→377→378→202→320→143→194人と両方向に動いてきた。届出の受理、解決、重複整理が同時に進んでいるためであり、UNGRDは、地方から送られた数値の検証・統合によるもので、一部は未検証のまま報告されていたと説明している。8月16日だけでも朝の143人と夕方の194人という2つの値があり、集計時点を欠いた単独の数値がいかに意味を持たないかを示している。減少はいずれも瓦礫からの発見によるものではない。発見を測る数値は生存救出であり、355人である。3,653件は、市民運営のプラットフォーム「Colombia te busca」に家族が登録し、まだ所在が確認されていない人数である。これは地域社会の取り組みであって国家の登録簿ではなく、警察や検察への届出に代わるものでもない。重複や、停電・通信途絶で単に連絡が取れないだけの人も含まれる。行方不明者数として引用すべきは194人であり、その際は集計時点を併記する。3,653件は「まだ所在を把握できていない世帯がどれだけあるか」を示す照会件数として引用する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287人（UNGRD、8月16日18:30締め）。同日07:30締めの289人、15日の294人から減少。推移は273→281→285→287→288→294→289→287人であり、UNGRDはこの変動を地方から送られた数値の検証によるものと説明している。被害が最も大きいのはチョコ、リサラルダ、バジェ・デル・カウカの3県。　8月17日、UNGRDは減少の理由を説明した。死者の登録簿から5人、行方不明の統合名簿から177人が外れたのは、情報の検証中に同一人物が複数の地方報告に現れ、二重に計上され得たためである。UNGRDは、この変更が必ずしも新たな発見に対応するものではないと述べ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4,147人（UNGRD、8月16日18:30締め）。同日朝の4,187人、15日の3,935人と比較</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194人（UNGRD、8月16日18:30締め）。同日朝の143人から増加。推移は496→377→378→202→320→143→194人である。届出の受理、解決、重複整理が同時に進んでおり、UNGRDはこの変動を地方報告の検証によるものと説明している。瓦礫の下に残る人数を示す数値ではない。生存救出は355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UNGRD、検察庁（8月16日18:30）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355人（UNGRD、8月16日18:30締め）。ほかに動物496頭を救出、768頭が被災。カリで約30時間後に救出された女性、ペレイラで36時間ぶりに救出された女性、集合住宅から救出された乳児、キブドで生存確認された家族4人を含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15県・472市町村（UNGRD、8月16日18:30締め）。同日朝の450、8月12日の403から増加。カリ、ペレイラ、キブド、マニサレス、アルメニアでは赤色警報が継続。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120,671世帯・185,996人が被災（UNGRD、8月16日18:30締め）。同日朝の120,238世帯・185,016人から増加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154,000棟。全壊26,392棟、損壊127,608棟（UNGRD、8月16日18:30締め）。同日朝からほぼ変化なし。8月15日の96,000棟からの増加は、新たな被害の発生ではなく被害評価の進展による。バジェ・デル・カウカ県山間部のコーヒー産地エル・カイロでは、住宅の80％が被害を受け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127,608</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26,392</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197棟（UNGRD、8月16日18:30締め）。同日朝の66棟、8月14日の121棟と比較。この数値は構造物の点検と分類の見直しに伴い、2度下がり1度上がっている。Asocapitalesは県都で243棟の倒壊を数える。カリ市当局は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304か所が被害（UNGRD、8月16日18:30締め）。同日朝の240か所、8月10日の18か所から増加。医療機関7か所が閉鎖。カリの大学病院は約30％が崩壊し、小児科・内科・新生児科の一部を含む3フロアが失われた。内務大臣は8月14日、ブエナベントゥーラの病院網が対応能力を超えていると述べ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UNGRD（8月16日18:30）、内務省、バジェ・デル・カウカ県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3,207か所が被害（UNGRD、8月16日18:30締め）。同日朝の2,205か所、8月10日の52か所から増加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4,059か所が被害（UNGRD、8月16日18:30締め）。同日朝の1,208か所から増加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道路410路線が被害（UNGRD、8月16日18:30締め）。同日朝の210路線、8月10日の18路線から増加。道路橋48橋、歩道橋13橋も被害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上水道95系統が被害（UNGRD、8月16日18:30締め）。同日朝の73系統から増加。金融機関29拠点が業務停止。震央付近では停電と通信途絶が報告されている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17日までに外務省は、人道支援物資222.5トンと国際チーム144人を受け入れたと報告し、支援はチョコ、バジェ・デル・カウカ、コーヒー三角地帯に速やかかつ制限なく届いたと述べた。到着済みの内訳は、エルサルバドル100トン、メキシコ58.5トン、チリ50トン、ペルー14トン。準備中はパラグアイ約52トン、インド20トン、グアテマラ（食料キット1,600・衛生キット3,000、約30トン）、ルクセンブルク（家族用テント75張・多目的テント4張）、ドイツ（浄水フィルター2,500・調理キット3,000）、スウェーデン（家族用テント150張・毛布360枚）。中国は8月17日に80トンを表明した。外相は、いかなる国も排除していないと述べ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絞られたのは救助であって、物資ではない
</a:t>
            </a:r>
            <a:pPr algn="l" indent="0" marL="0">
              <a:buNone/>
            </a:pPr>
            <a:r>
              <a:rPr lang="en-US" sz="950" dirty="0">
                <a:solidFill>
                  <a:srgbClr val="7A2E0E"/>
                </a:solidFill>
                <a:latin typeface="Meiryo" pitchFamily="34" charset="0"/>
                <a:ea typeface="Meiryo" pitchFamily="34" charset="-122"/>
                <a:cs typeface="Meiryo" pitchFamily="34" charset="-120"/>
              </a:rPr>
              <a:t>2つの経路をそれぞれ数値で示せるようになった。ここが要点である。捜索救助は4か国——米国、イスラエル、エクアドル、エルサルバドル——にのみ開かれた。政府の基準はINSARAG分類、自己完結性、展開の速さであり、申し出は少なくとも17か国、うち何か国かは同じ分類を保持していた。一方、物資は絞られていない。8月17日までに外務省は、エルサルバドル、メキシコ、チリ、ペルーからの222.5トンの到着と国際チーム144人の受け入れを数えており、パラグアイ、インド、グアテマラ、ルクセンブルク、ドイツ、スウェーデン、中国が続く。申し出の総額は約13億米ドルとされる。外相は、いかなる国も排除していないと述べている。この2つの説明は同時に成り立つ。異なる対象について述べているからである。持ち帰るべき区別もここにある。救助チームは受入国の指揮系統の内側で活動するため、認証と自己完結性がなければ役に立たないが、物資はそうではない。法1523号の下で対応を指揮するのはコロンビア自身であり、それでもなお、活動する側の受け入れをここまで絞る場合には、その根拠を文書で説明できるようにしておくことが求められ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infolibre 捜索継続、死者少なくとも254人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死者265人・負傷3,494人・行方不明496人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被災40,753世帯 UNGRDの新集計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有用リンク・出典（6/7）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SGC 8月10日以降の余震184回（8月14日）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CNNスペイン語 救助・復旧のライブ報道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死者294人・住宅損壊81,506棟（公式数値）</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大統領令1172号 3日間の国家服喪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有用リンク・出典（7/7）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RTVC 死者289人・行方不明143人・被災18万5千人超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8月16日夕方のUNGRD集計 死者287人・負傷4,147人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La Tercera 死者を下方修正し負傷者を上方修正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UNGRDが死者・行方不明の登録簿の減少を説明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外務省 支援物資220トン超・国際チーム144人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中国が80トンの支援物資を送付</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16日18:30（コロンビア時間）締めのUNGRD集計現在。死者287人、負傷4,147人、行方不明194人、生存救出355人・動物496頭、15県・472市町村。被災120,671世帯・185,996人、住宅全壊26,392棟・損壊127,608棟、建物倒壊197棟。UNGRDは、これらの数値の変動について、地方から報告された数値の検証と統合によるものであり、一部は未検証のまま送られていたと説明している。すべて速報値。引用の際は集計時点を併記されたい。　8月17日時点で、外務省は人道支援物資222.5トンと国際チーム144人の受け入れを報告している。</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18/08/2026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2026-08-18T00:45:35Z</dcterms:created>
  <dcterms:modified xsi:type="dcterms:W3CDTF">2026-08-18T00:45:35Z</dcterms:modified>
</cp:coreProperties>
</file>