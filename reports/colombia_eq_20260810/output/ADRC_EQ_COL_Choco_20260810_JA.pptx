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2" Type="http://schemas.openxmlformats.org/officeDocument/2006/relationships/hyperlink" Target="https://www.semana.com/nacion/articulo/terremoto-en-colombia-reportan-287-muertos-y-4147-heridos-en-nuevo-balance-de-la-ungrd/202615/" TargetMode="External"/><Relationship Id="rId13" Type="http://schemas.openxmlformats.org/officeDocument/2006/relationships/hyperlink" Target="https://www.latercera.com/mundo/noticia/colombia-rebaja-a-casi-287-los-muertos-y-eleva-a-cerca-de-4150-los-heridos-por-el-terremoto/" TargetMode="External"/><Relationship Id="rId14" Type="http://schemas.openxmlformats.org/officeDocument/2006/relationships/hyperlink" Target="https://www.infobae.com/colombia/2026/08/17/terremoto-en-colombia-ungrd-explica-la-reduccion-en-el-registro-de-fallecidos-y-desaparecidos/" TargetMode="External"/><Relationship Id="rId15"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1" Type="http://schemas.openxmlformats.org/officeDocument/2006/relationships/image" Target="../media/image-35-1.png"/><Relationship Id="rId16" Type="http://schemas.openxmlformats.org/officeDocument/2006/relationships/slideLayout" Target="../slideLayouts/slideLayout1.xml"/><Relationship Id="rId1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infobae.com/colombia/2026/08/17/china-envia-80-toneladas-de-ayuda-a-colombia-tras-el-terremoto-asi-es-el-cargamento-que-llegara-a-bogota/" TargetMode="External"/><Relationship Id="rId3" Type="http://schemas.openxmlformats.org/officeDocument/2006/relationships/hyperlink" Target="https://www.semana.com/nacion/articulo/se-cumple-una-semana-del-fuerte-terremoto-que-estremecio-a-colombia-sgc-aclaro-todo-sobre-las-replicas/202600/" TargetMode="External"/><Relationship Id="rId4" Type="http://schemas.openxmlformats.org/officeDocument/2006/relationships/hyperlink" Target="https://bogota.gov.co/mi-ciudad/gobierno/ya-van-1174-toneladas-de-ayudas-y-donaciones-de-bogota-por-terremoto" TargetMode="External"/><Relationship Id="rId5" Type="http://schemas.openxmlformats.org/officeDocument/2006/relationships/hyperlink" Target="https://laopinion.co/colombia/terremoto-en-colombia-deja-304-muertos-4548-heridos-y-426-desaparecidos" TargetMode="External"/><Relationship Id="rId6" Type="http://schemas.openxmlformats.org/officeDocument/2006/relationships/hyperlink" Target="https://www.eluniversal.com.co/colombia/2026/08/18/terremoto-en-colombia-desaparecidos-aumentan-drasticamente-segun-ultimo-balance/" TargetMode="External"/><Relationship Id="rId7" Type="http://schemas.openxmlformats.org/officeDocument/2006/relationships/hyperlink" Target="https://www.infobae.com/colombia/2026/08/18/terremoto-en-colombia-perdidas-por-danos-llegarian-a-30-billones-segun-estimacion-preliminar/" TargetMode="External"/><Relationship Id="rId8" Type="http://schemas.openxmlformats.org/officeDocument/2006/relationships/hyperlink" Target="https://www.eltiempo.com/politica/gobierno/cinco-departamentos-concentran-perdidas-estimadas-en-30-billones-por-terremoto-segun-estimacion-revelada-por-el-presidente-abelardo-de-la-espriella-3578962" TargetMode="External"/><Relationship Id="rId9" Type="http://schemas.openxmlformats.org/officeDocument/2006/relationships/hyperlink" Target="https://www.elcolombiano.com/inicio/calculo-perdidas-terremoto-colombia-plan-milagro-JA40049330" TargetMode="External"/><Relationship Id="rId1" Type="http://schemas.openxmlformats.org/officeDocument/2006/relationships/image" Target="../media/image-36-1.png"/><Relationship Id="rId10" Type="http://schemas.openxmlformats.org/officeDocument/2006/relationships/slideLayout" Target="../slideLayouts/slideLayout1.xml"/><Relationship Id="rId11"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18日19:00（コロンビア時間）締めのUNGRD集計現在。死者312人、負傷4,611人、行方不明290人、生存救出356人、15県・472市町村で被災123,789世帯（292,043人）。住宅全壊29,548棟・損壊134,124棟、建物倒壊267棟。大統領は、5県における直接的な物的損失の初期推計を約30兆コロンビアペソ（約96億米ドル）としている。SGCは8月17日までに余震325回を決定。すべて速報値。引用の際は集計時点を併記されたい。</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対応の時系列（8月10〜18日）（1/4）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対応の時系列（8月10〜18日）（2/4）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対応の時系列（8月10〜18日）（3/4）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09:42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コロンビア外務省／拠出国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対応の時系列（8月10〜18日）（4/4）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大統領府／チョコ県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07:30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18:30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8月17日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登録簿の減少を説明。死者名簿から5人、行方不明の統合名簿から177人が外れたのは、検証の過程で同一人物が複数の地方報告に現れ二重計上され得たためであり、必ずしも新たな発見に対応するものではないとする。外務省は人道支援物資222.5トンと国際チーム144人の受け入れを報告し、いかなる国も排除していないと表明。中国は80トンを発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UNGRD／コロンビア外務省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8月17日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発災1週間、SGCが余震325回を決定と報告。サンホセ・デル・パルマル111回、エル・リトラル・デル・サンフアン67回、シピ61回。平均の深さは約100km。最大は8月10日のM4.8のまま。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8月18日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304人、負傷4,548人、行方不明426人、生存救出356人。15県・472市町村で被災123,789世帯・292,043人。住宅全壊29,554棟・損壊134,342棟、建物倒壊267棟・損傷5,808棟。医療303、教育3,443、コミュニティ3,905か所。数日続いた減少のあと、死者と行方不明がともに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8月18日 19:00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19:00締めのUNGRD集計。死者312人、負傷4,611人、行方不明290人、生存救出356人。住宅全壊29,548棟・損壊134,124棟。大統領は本災害に関する最初の演説で、5県における直接的な物的損失の初期推計を約30兆ペソ（約96億米ドル。建物24.5兆ペソ、インフラ5.5兆ペソ）とし、これは初期評価であり今後修正され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13 Aug 09:42 COT (14:42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M4.2</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17 Aug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325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発災1週間時点のSGC累計。余震325回。8月14日07:00時点で184回、11日15:00時点で103回であった。市町村別ではサンホセ・デル・パルマル111回、エル・リトラル・デル・サンフアン（ドコルド）67回、シピ61回。平均の深さは約100kmで、最大は8月10日のM4.8のまま。</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0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規模が小さく減衰の速い活動は、やや深発の地震で想定される経過である。ただし8月13日の地震は、捜索救助を止めるほどの揺れがなお続いていることを示す。　SGCの公表値は8月14日07:00までに184回（うちM3.0超15回、M4.0超2回）、8月17日締めで325回に達した。この推移はカタログ抽出および通常の減衰と整合する。震源は震央周辺に集中し、平均の深さは約100kmで、地殻ではなくスラブ内である。</a:t>
            </a:r>
            <a:endParaRPr lang="en-US" sz="8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8091692" y="3584448"/>
            <a:ext cx="2598392"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312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4,611</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290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18日19:00締めのUNGRD集計。15県・472市町村で被災123,789世帯・292,043人。住宅全壊29,548棟・損壊134,124棟、建物倒壊267棟、生存救出356人。同じ日に2回の締めがあり、死者は304→312人、行方不明は426→290人と動いた。引用の際は集計時点を併記されたい。</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の死者数は8月18日19:00締めで312人である。同日06:30締めの304人、16日夕方の287人を経ている。推移は273人（8月13日）→281→285→287→288→294→289→287→304→312人であり、UNGRDは増減いずれの動きについても、地方から報告された数値の検証・統合によるものと説明している。法医学研究所には8月13日時点で250遺体が搬入され、うち227体の身元が確認されていた。公式の全国値として引用すべきは312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290</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290人と3,653件は同じものを測った数値ではなく、どちらも誤りではない。290人は、8月18日19:00締めでUNGRDが示した公式の数値であり、検察庁の登録簿に基づく。同じ日の12時間前には426人であった。推移は496→377→378→202→320→143→194→426→290人であり、届出の受理、解決、重複整理が同時に進むため両方向に動く。UNGRDは、地方から送られた数値の検証・統合によるものと説明している。増加も減少も、瓦礫の下に何人残っているかの根拠にはならない。発見を測る数値は生存救出356人であり、チョコ県は8月12日に捜索段階を終了している。3,653件は、市民運営のプラットフォーム「Colombia te busca」に家族が登録し、まだ所在が確認されていない人数である。これは地域社会の取り組みであって国家の登録簿ではなく、警察や検察への届出に代わるものでもない。重複や、停電・通信途絶で単に連絡が取れないだけの人も含まれる。行方不明者数として引用すべきは290人であり、その際は集計時点を併記する。3,653件は「まだ所在を把握できていない世帯がどれだけあるか」を示す照会件数として引用する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312人（UNGRD、8月18日19:00締め）。同日06:30締めの304人、16日の287人から増加。推移は273→281→285→287→288→294→289→287→304→312人。被害が最も大きいのはチョコ、リサラルダ、バジェ・デル・カウカの3県。UNGRDは8月17日、それ以前の減少について、死者の登録簿から5人、行方不明の統合名簿から177人が外れたのは、情報の検証中に同一人物が複数の地方報告に現れ二重に計上され得たためと説明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UNGRD（8月18日19:00）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4,611人（UNGRD、8月18日19:00締め）。同日朝の4,548人から増加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UNGRD（8月18日19:00）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290人（UNGRD、8月18日19:00締め）。同日06:30締めの426人から減少。推移は496→377→378→202→320→143→194→426→290人である。届出の受理、解決、重複整理が同時に進んでおり、UNGRDはこの変動を地方報告の検証によるものと説明している。瓦礫の下に残る人数を示す数値ではない。生存救出は356人で、チョコ県は8月12日に捜索段階を終了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UNGRD、検察庁（8月18日19:00）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356人（UNGRD、8月18日06:30締め）。カリで約30時間後に救出された女性、ペレイラで36時間ぶりに救出された女性、集合住宅から救出された乳児、キブドで生存確認された家族4人を含む。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15県・472市町村（UNGRD、8月18日）。8月16日から変化なし。12日時点の403から拡大している。カリ、ペレイラ、キブド、マニサレス、アルメニアでは赤色警報が継続。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123,789世帯・292,043人が被災（UNGRD、8月18日06:30締め）。8月16日の120,671世帯・185,996人から増加。世帯数の伸びが3％にとどまる一方で人数は5割以上増えており、評価が農村部の市町村に及ぶにつれ、1世帯あたりの人数が変わってきていることを示す。</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163,672棟。全壊29,548棟、損壊134,124棟（UNGRD、8月18日19:00締め）。同日朝からほぼ変化なし。8月16日の154,000棟からの増加は、新たな被害ではなく被害評価の進展による。バジェ・デル・カウカ県山間部のコーヒー産地エル・カイロでは、住宅の80％が被害を受け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UNGRD（8月18日19:00）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134,124</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UNGRD（8月18日19:00）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29,548</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UNGRD（8月18日19:00）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倒壊267棟、損傷5,808棟（UNGRD、8月18日06:30締め）。8月16日の倒壊197棟から増加。倒壊の数値は172→121→66→197→267棟と動いており、構造物の点検と分類の見直しが進んでいることによる。Asocapitalesは県都で243棟の倒壊を数える。カリ市当局は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303か所が被害（UNGRD、8月18日06:30締め）。8月16日の304か所、10日の18か所と比較。医療機関7か所が閉鎖。カリの大学病院は約30％が崩壊し、小児科・内科・新生児科の一部を含む3フロアが失われた。内務大臣は8月14日、ブエナベントゥーラの病院網が対応能力を超えていると述べ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UNGRD（8月18日）、内務省、バジェ・デル・カウカ県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3,443か所が被害（UNGRD、8月18日06:30締め）。8月16日の3,207か所、10日の52か所から増加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3,905か所が被害（UNGRD、8月18日06:30締め）。8月16日の4,059か所から減少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UNGRD（8月18日）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道路410路線が被害（UNGRD、8月16日18:30締め）。同日朝の210路線、8月10日の18路線から増加。道路橋48橋、歩道橋13橋も被害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上水道95系統が被害（UNGRD、8月16日18:30締め）。同日朝の73系統から増加。金融機関29拠点が業務停止。震央付近では停電と通信途絶が報告されている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UNGRD（8月16日18:30）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経済損失（初期推計）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バジェ・デル・カウカ、リサラルダ、キンディオ、カルダスの5県における直接的な物的損失は約30兆コロンビアペソ（約96億米ドル）。大統領が本災害に関する最初の演説で公表した。内訳は建物24.5兆ペソ、インフラ5.5兆ペソで、民間企業による試算である。大統領は、これは初期評価であり、被災地からより詳細な情報が得られるにつれて修正されるとしている。BBVAは独自に、直接的な物的被害を20〜30兆ペソ（64〜96億米ドル）と見積もっ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大統領府（8月18日）、BBVAリサーチ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ボゴタ市の募集活動により、8月16日までに食料・衛生用品・生活キット1,174トンが5県へ搬送された。血液900単位、技術者45人、水道公社職員18人、瓦礫撤去車両10台を含む。国内の支援であり、国際支援とは別に数え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17日までに外務省は、人道支援物資222.5トンと国際チーム144人を受け入れたと報告し、支援はチョコ、バジェ・デル・カウカ、コーヒー三角地帯に速やかかつ制限なく届いたと述べた。到着済みの内訳は、エルサルバドル100トン、メキシコ58.5トン、チリ50トン、ペルー14トン。準備中はパラグアイ約52トン、インド20トン、グアテマラ（食料キット1,600・衛生キット3,000、約30トン）、ルクセンブルク（家族用テント75張・多目的テント4張）、ドイツ（浄水フィルター2,500・調理キット3,000）、スウェーデン（家族用テント150張・毛布360枚）。中国は8月17日に80トンを表明した。外相は、いかなる国も排除していないと述べ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絞られたのは救助であって、物資ではない
</a:t>
            </a:r>
            <a:pPr algn="l" indent="0" marL="0">
              <a:buNone/>
            </a:pPr>
            <a:r>
              <a:rPr lang="en-US" sz="950" dirty="0">
                <a:solidFill>
                  <a:srgbClr val="7A2E0E"/>
                </a:solidFill>
                <a:latin typeface="Meiryo" pitchFamily="34" charset="0"/>
                <a:ea typeface="Meiryo" pitchFamily="34" charset="-122"/>
                <a:cs typeface="Meiryo" pitchFamily="34" charset="-120"/>
              </a:rPr>
              <a:t>2つの経路をそれぞれ数値で示せるようになった。ここが要点である。捜索救助は4か国——米国、イスラエル、エクアドル、エルサルバドル——にのみ開かれた。政府の基準はINSARAG分類、自己完結性、展開の速さであり、申し出は少なくとも17か国、うち何か国かは同じ分類を保持していた。一方、物資は絞られていない。8月17日までに外務省は、エルサルバドル、メキシコ、チリ、ペルーからの222.5トンの到着と国際チーム144人の受け入れを数えており、パラグアイ、インド、グアテマラ、ルクセンブルク、ドイツ、スウェーデン、中国が続く。申し出の総額は約13億米ドルとされる。外相は、いかなる国も排除していないと述べている。この2つの説明は同時に成り立つ。異なる対象について述べているからである。持ち帰るべき区別もここにある。救助チームは受入国の指揮系統の内側で活動するため、認証と自己完結性がなければ役に立たないが、物資はそうではない。法1523号の下で対応を指揮するのはコロンビア自身であり、それでもなお、活動する側の受け入れをここまで絞る場合には、その根拠を文書で説明できるようにしておくことが求められ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被災40,753世帯 UNGRDの新集計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有用リンク・出典（6/7）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SGC 8月10日以降の余震184回（8月14日）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CNNスペイン語 救助・復旧のライブ報道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死者294人・住宅損壊81,506棟（公式数値）</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大統領令1172号 3日間の国家服喪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RTVC 死者289人・行方不明143人・被災18万5千人超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La Tercera 死者を下方修正し負傷者を上方修正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UNGRDが死者・行方不明の登録簿の減少を説明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外務省 支援物資220トン超・国際チーム144人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有用リンク・出典（7/7）</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中国が80トンの支援物資を送付</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発災1週間 SGCが余震について説明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ボゴタ市 被災市町村向けに1,174トンを集約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La Opinión 8月18日のUNGRD集計 死者304人・負傷4,548人・行方不明426人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https://laopinion.co/colombia/terremoto-en-colombia-deja-304-muertos-4548-heridos-y-426-desaparecidos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Universal 最新集計で行方不明が大幅に増加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https://www.eluniversal.com.co/colombia/2026/08/18/terremoto-en-colombia-desaparecidos-aumentan-drasticamente-segun-ultimo-balance/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新集計 死者312人・負傷4,611人・行方不明290人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https://www.infobae.com/colombia/2026/08/18/terremoto-en-colombia-perdidas-por-danos-llegarian-a-30-billones-segun-estimacion-preliminar/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5県に集中する損失 推計30兆ペソ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https://www.eltiempo.com/politica/gobierno/cinco-departamentos-concentran-perdidas-estimadas-en-30-billones-por-terremoto-segun-estimacion-revelada-por-el-presidente-abelardo-de-la-espriella-3578962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30兆ペソの損失推計はどう算出されたか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https://www.elcolombiano.com/inicio/calculo-perdidas-terremoto-colombia-plan-milagro-JA40049330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18日19:00（コロンビア時間）締めのUNGRD集計現在。死者312人、負傷4,611人、行方不明290人、生存救出356人、15県・472市町村で被災123,789世帯（292,043人）。住宅全壊29,548棟・損壊134,124棟、建物倒壊267棟。大統領は、5県における直接的な物的損失の初期推計を約30兆コロンビアペソ（約96億米ドル）としている。SGCは8月17日までに余震325回を決定。すべて速報値。引用の際は集計時点を併記されたい。</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2026-08-19T08:10:22Z</dcterms:created>
  <dcterms:modified xsi:type="dcterms:W3CDTF">2026-08-19T08:10:22Z</dcterms:modified>
</cp:coreProperties>
</file>