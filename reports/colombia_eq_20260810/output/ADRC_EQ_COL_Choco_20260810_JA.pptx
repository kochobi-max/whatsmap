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8-1.png"/><Relationship Id="rId14" Type="http://schemas.openxmlformats.org/officeDocument/2006/relationships/slideLayout" Target="../slideLayouts/slideLayout1.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3" Type="http://schemas.openxmlformats.org/officeDocument/2006/relationships/hyperlink" Target="https://www.infolibre.es/internacional/terremoto-colombia-deja-254-muertos-continua-busqueda-escombros_1_2235003.html" TargetMode="External"/><Relationship Id="rId1" Type="http://schemas.openxmlformats.org/officeDocument/2006/relationships/image" Target="../media/image-32-1.png"/><Relationship Id="rId14" Type="http://schemas.openxmlformats.org/officeDocument/2006/relationships/slideLayout" Target="../slideLayouts/slideLayout1.xml"/><Relationship Id="rId1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12日16:00（コロンビア時間、日本時間13日06:00）現在、発災から約56時間後。UNGRDの集計は14県・403市町村を対象とし、死者239人、負傷3,755人、行方不明287人、建物倒壊140棟、被災24,324世帯（49,214人）、住宅の損壊・全壊は約54,000棟。すべて速報値であり、地方自治体による被害・ニーズ評価（EDAN）は継続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239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3,755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287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UNGRD集計（8月12日、14県・403市町村）。同日07:00時点で法医学研究所は202遺体を収容し、うち121人の身元が判明。住宅は全壊9,215棟・重大な損壊45,457棟。</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8月12日時点で、同じ死者数について5つの集計が流通している。範囲と更新の速さが異なるためである。県・市の発表の積み上げ254人（ペレイラ101人、カリ95人）、UNGRDの14県・403市町村を対象とする239人、Asocapitalesの県都234人、法医学研究所が収容した202遺体（うち121人の身元判明）、そして中央政府自身の集計とされる181人。地方の数値が先行するのは、県・市の更新が全国集計より速いためである。公式の全国値として引用すべきはUNGRDの239人であり、254人は今後の到達点、202遺体は法医学的に確認された下限として読むのが適切である。グラフは大統領の8月11日の内訳（181人）で、現在の集計ではなく分布の形を示す。</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287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287人と3,653人は別の指標であり、どちらも誤りではない。287人はUNGRDが8月12日時点で把握する行方不明の届出で、前日の195人から増えている。捜索現場と公式の届出に結び付いた数値である。3,653人は市民運営のプラットフォーム「Colombia te busca」に家族が登録し、まだ所在が確認できていない人数である。これは国家機関ではなく市民の取り組みで、警察や検察への届出に代わるものではなく、重複や、停電・通信途絶の地域で単に連絡が取れないだけの人も含まれる。通信の回復に伴い後者は減り、届出の確認が進むにつれ公式値はさらに増えると見込まれる。行方不明者数として引用すべきは287人であり、3,653人は「まだ安否が分からない世帯の数」を示す指標として読む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239人（UNGRD、8月12日）。県・市の発表を積み上げると254人（ペレイラ101人、カリ95人）。Asocapitalesは県都で234人、法医学研究所は同日07:00時点で202遺体を収容し121人の身元が判明。中央政府自身の集計は181人とも伝えら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UNGRD、県・市政府（報道経由）、Asocapitales、法医学研究所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3,755人（UNGRD、8月12日）。前日の2,542人から増加。多くはバジェ・デル・カウカ、リサラルダ、キンディオ、チョコで治療を受けている。Asocapitalesは県都で1,677人と集計。</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287人（UNGRD、8月12日）。前日の195人から増加。キブドでは倒壊した学校の下に子ども4人が不明のまま。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243人（8月11日20:00時点）。カリでは発災から約30時間後に女性が、集合住宅からは乳児が救出された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暫定の全国集計（8月12日）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14県・403市町村（UNGRD、8月12日）。8月10日は「20市町村超」であった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24,324世帯・49,214人が直接被災（UNGRD、8月12日）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約54,000棟。全壊9,215棟、重大な損壊45,457棟（UNGRD、8月12日）。前日は15,568棟であった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45,457棟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9,215棟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全国で140棟（UNGRD、8月12日）。8月11日は80棟超、10日は61棟。Asocapitalesは県都で倒壊243棟、カリ市当局は同市で倒壊107棟・構造的被害643棟と報告。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UNGRD（8月12日）、Asocapitales、カリ市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経済緊急事態の政令を準備中で、国際融資と税制上の軽減措置も検討されてい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申し出から受け入れへ
</a:t>
            </a:r>
            <a:pPr algn="l" indent="0" marL="0">
              <a:buNone/>
            </a:pPr>
            <a:r>
              <a:rPr lang="en-US" sz="950" dirty="0">
                <a:solidFill>
                  <a:srgbClr val="7A2E0E"/>
                </a:solidFill>
                <a:latin typeface="Meiryo" pitchFamily="34" charset="0"/>
                <a:ea typeface="Meiryo" pitchFamily="34" charset="-122"/>
                <a:cs typeface="Meiryo" pitchFamily="34" charset="-120"/>
              </a:rPr>
              <a:t>最初の2日間、コロンビアは資金と衛星マッピングは受け入れたが外国の救助隊は受け入れず、国連にも正式な要請はなかった。8月12日にこれが変わった。行方不明が287人、住宅被害が約54,000棟に達するなか、政府はイスラエル、エクアドル、エルサルバドル、米国のUSARチームの受け入れを決めた。条件としてINSARAG分類を挙げており、自活可能で相互運用性のあるチームを選別する基準として適切である。ここから読み取るべきは、遅延が誤りだったということではなく、判断の閾値が国内の対応能力にあるということである。法1523号の下で対応を指揮するのはコロンビア自身であり、要請は捜索の作業量が手持ちのチームを上回った時点で出された。</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有用リンク・出典（5/5）</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12日16:00（コロンビア時間、日本時間13日06:00）現在、発災から約56時間後。UNGRDの集計は14県・403市町村を対象とし、死者239人、負傷3,755人、行方不明287人、建物倒壊140棟、被災24,324世帯（49,214人）、住宅の損壊・全壊は約54,000棟。すべて速報値であり、地方自治体による被害・ニーズ評価（EDAN）は継続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2026-08-12T22:34:13Z</dcterms:created>
  <dcterms:modified xsi:type="dcterms:W3CDTF">2026-08-12T22:34:13Z</dcterms:modified>
</cp:coreProperties>
</file>