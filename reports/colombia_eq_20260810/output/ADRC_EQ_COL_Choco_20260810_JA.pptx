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2" Type="http://schemas.openxmlformats.org/officeDocument/2006/relationships/hyperlink" Target="https://www.semana.com/nacion/articulo/terremoto-en-colombia-reportan-287-muertos-y-4147-heridos-en-nuevo-balance-de-la-ungrd/202615/" TargetMode="External"/><Relationship Id="rId13" Type="http://schemas.openxmlformats.org/officeDocument/2006/relationships/hyperlink" Target="https://www.latercera.com/mundo/noticia/colombia-rebaja-a-casi-287-los-muertos-y-eleva-a-cerca-de-4150-los-heridos-por-el-terremoto/" TargetMode="External"/><Relationship Id="rId1" Type="http://schemas.openxmlformats.org/officeDocument/2006/relationships/image" Target="../media/image-35-1.png"/><Relationship Id="rId14" Type="http://schemas.openxmlformats.org/officeDocument/2006/relationships/slideLayout" Target="../slideLayouts/slideLayout1.xml"/><Relationship Id="rId1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16日18:30（コロンビア時間）締めのUNGRD集計現在。死者287人、負傷4,147人、行方不明194人、生存救出355人・動物496頭、15県・472市町村。被災120,671世帯・185,996人、住宅全壊26,392棟・損壊127,608棟、建物倒壊197棟。UNGRDは、これらの数値の変動について、地方から報告された数値の検証と統合によるものであり、一部は未検証のまま送られていたと説明している。すべて速報値。引用の際は集計時点を併記されたい。</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大統領府／チョコ県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07:30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18:30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14 Aug 07:00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184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287</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4,147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194</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16日18:30締めのUNGRD集計。15県・472市町村で被災120,671世帯・185,996人。住宅全壊26,392棟・損壊127,608棟、生存救出355人・動物496頭。同じ日に2回の締めがあり、死者289人→287人、負傷4,187人→4,147人、行方不明143人→194人と動いた。UNGRDはその理由として、地方から報告された数値の検証・統合を進めており、一部は検証前に送られていたことを挙げている。引用の際は数値とあわせて集計時点を示されたい。</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194</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194人と3,653件は同じものを測った数値ではなく、どちらも誤りではない。194人は、8月16日18:30締めでUNGRDが示した公式の数値であり、検察庁の登録簿に基づく。この数値は496→377→378→202→320→143→194人と両方向に動いてきた。届出の受理、解決、重複整理が同時に進んでいるためであり、UNGRDは、地方から送られた数値の検証・統合によるもので、一部は未検証のまま報告されていたと説明している。8月16日だけでも朝の143人と夕方の194人という2つの値があり、集計時点を欠いた単独の数値がいかに意味を持たないかを示している。減少はいずれも瓦礫からの発見によるものではない。発見を測る数値は生存救出であり、355人であ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行方不明者数として引用すべきは194人であり、その際は集計時点を併記する。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287人（UNGRD、8月16日18:30締め）。同日07:30締めの289人、15日の294人から減少。推移は273→281→285→287→288→294→289→287人であり、UNGRDはこの変動を地方から送られた数値の検証によるものと説明している。被害が最も大きいのはチョコ、リサラルダ、バジェ・デル・カウカの3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4,147人（UNGRD、8月16日18:30締め）。同日朝の4,187人、15日の3,935人と比較</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194人（UNGRD、8月16日18:30締め）。同日朝の143人から増加。推移は496→377→378→202→320→143→194人である。届出の受理、解決、重複整理が同時に進んでおり、UNGRDはこの変動を地方報告の検証によるものと説明している。瓦礫の下に残る人数を示す数値ではない。生存救出は355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15県・472市町村（UNGRD、8月16日18:30締め）。同日朝の450、8月12日の403から増加。カリ、ペレイラ、キブド、マニサレス、アルメニアでは赤色警報が継続。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120,671世帯・185,996人が被災（UNGRD、8月16日18:30締め）。同日朝の120,238世帯・185,016人から増加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154,000棟。全壊26,392棟、損壊127,608棟（UNGRD、8月16日18:30締め）。同日朝からほぼ変化なし。8月15日の96,000棟からの増加は、新たな被害の発生ではなく被害評価の進展による。バジェ・デル・カウカ県山間部のコーヒー産地エル・カイロでは、住宅の80％が被害を受け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127,608</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26,392</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197棟（UNGRD、8月16日18:30締め）。同日朝の66棟、8月14日の121棟と比較。この数値は構造物の点検と分類の見直しに伴い、2度下がり1度上がっている。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304か所が被害（UNGRD、8月16日18:30締め）。同日朝の240か所、8月10日の18か所から増加。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3,207か所が被害（UNGRD、8月16日18:30締め）。同日朝の2,205か所、8月10日の52か所から増加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4,059か所が被害（UNGRD、8月16日18:30締め）。同日朝の1,208か所から増加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道路410路線が被害（UNGRD、8月16日18:30締め）。同日朝の210路線、8月10日の18路線から増加。道路橋48橋、歩道橋13橋も被害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上水道95系統が被害（UNGRD、8月16日18:30締め）。同日朝の73系統から増加。金融機関29拠点が業務停止。震央付近では停電と通信途絶が報告されている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絞り込んだ受け入れ、その後の広がり
</a:t>
            </a:r>
            <a:pPr algn="l" indent="0" marL="0">
              <a:buNone/>
            </a:pPr>
            <a:r>
              <a:rPr lang="en-US" sz="950" dirty="0">
                <a:solidFill>
                  <a:srgbClr val="7A2E0E"/>
                </a:solidFill>
                <a:latin typeface="Meiryo" pitchFamily="34" charset="0"/>
                <a:ea typeface="Meiryo" pitchFamily="34" charset="-122"/>
                <a:cs typeface="Meiryo" pitchFamily="34" charset="-120"/>
              </a:rPr>
              <a:t>2つの構図が並んでいる。捜索救助は4か国——米国、イスラエル、エクアドル、エルサルバドル——にのみ開かれた。政府が挙げる基準はINSARAG分類、自己完結性、展開の速さであるが、申し出は少なくとも17か国からあり、他の何か国かも同じ分類を保持している。政府はイデオロギーの関与を否定しており、この点はコロンビア国内で議論になっている。一方、物資と資金は幅広く受け入れられている。インド、ノルウェー、スウェーデン、スペイン、イタリア、チリ、メキシコ、トルコ、ブラジル、世界銀行、および先行する米国・EU・CAFの拠出であり、申し出の総額は約13億米ドルとされる。この区別には理由がある。救助チームは受入国の指揮系統の内側で活動するが、物資はそうではない。ADRCの読者が持ち帰るべき点もここにある。法1523号の下で対応を指揮するのはコロンビア自身であり、活動する側の受け入れをここまで絞る場合、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SGC 8月10日以降の余震184回（8月14日）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CNNスペイン語 救助・復旧のライブ報道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死者294人・住宅損壊81,506棟（公式数値）</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大統領令1172号 3日間の国家服喪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RTVC 死者289人・行方不明143人・被災18万5千人超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Tercera 死者を下方修正し負傷者を上方修正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16日18:30（コロンビア時間）締めのUNGRD集計現在。死者287人、負傷4,147人、行方不明194人、生存救出355人・動物496頭、15県・472市町村。被災120,671世帯・185,996人、住宅全壊26,392棟・損壊127,608棟、建物倒壊197棟。UNGRDは、これらの数値の変動について、地方から報告された数値の検証と統合によるものであり、一部は未検証のまま送られていたと説明している。すべて速報値。引用の際は集計時点を併記されたい。</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2026-08-17T08:10:03Z</dcterms:created>
  <dcterms:modified xsi:type="dcterms:W3CDTF">2026-08-17T08:10:03Z</dcterms:modified>
</cp:coreProperties>
</file>