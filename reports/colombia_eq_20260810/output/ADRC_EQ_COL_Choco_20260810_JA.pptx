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13:00（現地）の政府集計は死者111人・負傷者87人で、夕方には報道で132人に増えた。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Evening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13:18:10 UTC (08:18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mb 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us6000tjm4（精査済み）：サンホセ・デル・パルマルの西16km、深さ98.5km。本震の44分後で、深さも本震とほぼ同じ。他機関は同一地震について5.0〜5.7を報告。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15:01 UTC (10:01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地域機関のIGC（M4.7）とINET（M4.3）が報告。USGSのM2.5以上のカタログには含まれていない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(SGC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SGCの速報に掲載された2回の余震。M4.8は広く有感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22:00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報道は日中に20回以上の余震があったと伝えている。公式の集計値は未公表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00" dirty="0">
                <a:solidFill>
                  <a:srgbClr val="222222"/>
                </a:solidFill>
                <a:latin typeface="Meiryo" pitchFamily="34" charset="0"/>
                <a:ea typeface="Meiryo" pitchFamily="34" charset="-122"/>
                <a:cs typeface="Meiryo" pitchFamily="34" charset="-120"/>
              </a:rPr>
              <a:t>USGSのカタログを当該地域・M2.5以上で照会すると、返るのは本震と、その44分後のmb5.0の余震の2件のみ（いずれも精査済み）である。SGCの速報はM4.8とM2.8を加え、報道は日中に20回以上と伝えているが、これら小規模の地震は世界カタログの検知下限を下回り、国内観測網のデータにのみ存在する。大きな余震が少ない経過は、やや深発のスラブ内地震として想定される挙動である。ただし捜索救助の最中のM5級は、本震で既に弱った構造物を倒壊させるには十分である。</a:t>
            </a:r>
            <a:endParaRPr lang="en-US" sz="90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10" name="Text 6"/>
          <p:cNvSpPr/>
          <p:nvPr/>
        </p:nvSpPr>
        <p:spPr>
          <a:xfrm>
            <a:off x="365760" y="6144768"/>
            <a:ext cx="11430000" cy="182880"/>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データ：USGS FDSNイベントサービス（範囲 北緯3〜7度・西経78〜74.5度、M2.5以上、発震時刻以降。本リポジトリのquery.csv）。earthquake.usgs.gov/fdsnws/event/1/ で再現可能。</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地震速報（多機関の解）</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大統領の発表値。県政府は死者12人・負傷者84人と発表していた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県別の数値は地元当局と大統領府が異なる時点で発表したもので、全国値とは一致しない。全国の死者数自体も13:00時点の111人から8月10日夕方には132人に増えている。確認の進展に伴い整合される見込み。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132人（報道、8月10日夕方）。政府の13:00時点の集計は111人。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報道（CNN速報）。13:00の値は大統領府／UNGRD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全国で87人（政府、13:00時点）。その後、大統領はチョコ県だけで119人の負傷者を報告。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大統領府／UNGRD、チョコ県の値は大統領</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未集計。8月10日夕方までに4人が瓦礫から救出された。カリ、ペレイラ、マニサレスで捜索継続。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数値は想定どおり動いている。全国の死者数は政府13:00時点の111人から夕方には132人に、チョコ県は12人から13人に増え、同県の負傷者は84人から119人へ修正された。一方で建物被害の数値は第一報のまま据え置かれている。今後数日の急増は、事態の悪化というより調査の進展として読むべきである。</a:t>
            </a:r>
            <a:endParaRPr lang="en-US" sz="970" dirty="0"/>
          </a:p>
          <a:p>
            <a:pPr algn="l" marL="342900" indent="-342900">
              <a:buSzPct val="100000"/>
              <a:buChar char="•"/>
            </a:pPr>
            <a:r>
              <a:rPr lang="en-US" sz="97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970" dirty="0"/>
          </a:p>
          <a:p>
            <a:pPr algn="l" marL="342900" indent="-342900">
              <a:buSzPct val="100000"/>
              <a:buChar char="•"/>
            </a:pPr>
            <a:r>
              <a:rPr lang="en-US" sz="97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地震速報（多機関の解）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2026-08-11T03:26:00Z</dcterms:created>
  <dcterms:modified xsi:type="dcterms:W3CDTF">2026-08-11T03:26:00Z</dcterms:modified>
</cp:coreProperties>
</file>