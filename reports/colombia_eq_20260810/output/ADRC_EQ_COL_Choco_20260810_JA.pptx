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SGCが第1報を発表（当初M6.6・深さ79km、のちM7.4に修正）。被害評価のプロトコルを起動。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同日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国際災害チャーター（Space and Major Disasters）の発動およびコペルニクス緊急管理サービスの動員が報じられている。詳細は確認中。</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チャーター／コペルニクス</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チョコ県サンホセ・デル・パルマルの東5km（ボゴタの西約280km）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4.9031 N, 76.1885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 — USGSはMww7.4。コロンビア地質調査所（SGC）は当初M6.6・深さ79kmと発表し、その後M7.4に修正。SGCの深さは約96〜103kmとされる。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107km（USGS）、約96〜103km（SGC）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SGCによる長い揺れの解説</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報告された最大余震。広く有感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初期の発表でM4.8とともに報告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events</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SGCが記録した余震の累計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は本震後の数時間で20回以上の余震を観測したと発表。最大の有感余震はM4.8で、M2.8も報告され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本地震について国際災害チャーター（Space and Major Disasters）が発動され、コペルニクス緊急管理サービスが動員されたと報じられている。被害把握用の衛星画像が提供される見込み。発動番号や成果物は確認中。</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報道あり・確認中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被災各県を対象にラピッドマッピングを動員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報道あり・確認中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ラピッドマッピング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2026-08-10T23:16:06Z</dcterms:created>
  <dcterms:modified xsi:type="dcterms:W3CDTF">2026-08-10T23:16:06Z</dcterms:modified>
</cp:coreProperties>
</file>