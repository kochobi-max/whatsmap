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USGS：チョコ県サンホセ・デル・パルマルの東5km（ボゴタの西約280km）／SGC：同町から20km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4.9031 N, 76.1885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235kmのボゴタは弱い帯に位置する。震央を中心とする同心円ではなく谷筋に沿って伸びる分布は、深さ96〜107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2026-08-11T00:27:33Z</dcterms:created>
  <dcterms:modified xsi:type="dcterms:W3CDTF">2026-08-11T00:27:33Z</dcterms:modified>
</cp:coreProperties>
</file>