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 Type="http://schemas.openxmlformats.org/officeDocument/2006/relationships/image" Target="../media/image-26-1.png"/><Relationship Id="rId12" Type="http://schemas.openxmlformats.org/officeDocument/2006/relationships/slideLayout" Target="../slideLayouts/slideLayout1.xml"/><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13:00（現地）の政府集計は死者111人・負傷者87人で、夕方には報道で132人に増えた。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数値は2026年8月10日22:00（コロンビア時間、日本時間8月11日12:00）現在、発災から約14時間後。政府の集計値（死者111人・負傷者87人）は13:00時点のもので、その後の132人は報道による。すべて速報値。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Evening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るが、この段階で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SGCの速報に掲載された最大の余震。広く有感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SGCの速報に掲載されたもう1つの余震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報道は日中に20回以上の余震があったと伝えている。SGCの速報に掲載されていたのは執筆時点で2回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の速報（SGC2026pqqmro）に掲載された余震はM2.8とM4.8の2回で、後者は広く有感。報道は日中に20回以上と伝え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大統領の発表値。県政府は死者12人・負傷者84人と発表していた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県別の数値は地元当局と大統領府が異なる時点で発表したもので、全国値とは一致しない。全国の死者数自体も13:00時点の111人から8月10日夕方には132人に増えている。確認の進展に伴い整合される見込み。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132人（報道、8月10日夕方）。政府の13:00時点の集計は111人。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報道（CNN速報）。13:00の値は大統領府／UNGRD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全国で87人（政府、13:00時点）。その後、大統領はチョコ県だけで119人の負傷者を報告。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大統領府／UNGRD、チョコ県の値は大統領</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未集計。8月10日夕方までに4人が瓦礫から救出された。カリ、ペレイラ、マニサレスで捜索継続。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数値は想定どおり動いている。全国の死者数は政府13:00時点の111人から夕方には132人に、チョコ県は12人から13人に増え、同県の負傷者は84人から119人へ修正された。一方で建物被害の数値は第一報のまま据え置かれている。今後数日の急増は、事態の悪化というより調査の進展として読むべきである。</a:t>
            </a:r>
            <a:endParaRPr lang="en-US" sz="970" dirty="0"/>
          </a:p>
          <a:p>
            <a:pPr algn="l" marL="342900" indent="-342900">
              <a:buSzPct val="100000"/>
              <a:buChar char="•"/>
            </a:pPr>
            <a:r>
              <a:rPr lang="en-US" sz="97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970" dirty="0"/>
          </a:p>
          <a:p>
            <a:pPr algn="l" marL="342900" indent="-342900">
              <a:buSzPct val="100000"/>
              <a:buChar char="•"/>
            </a:pPr>
            <a:r>
              <a:rPr lang="en-US" sz="97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数値は2026年8月10日22:00（コロンビア時間、日本時間8月11日12:00）現在、発災から約14時間後。政府の集計値（死者111人・負傷者87人）は13:00時点のもので、その後の132人は報道による。すべて速報値。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2026-08-11T02:48:59Z</dcterms:created>
  <dcterms:modified xsi:type="dcterms:W3CDTF">2026-08-11T02:48:59Z</dcterms:modified>
</cp:coreProperties>
</file>