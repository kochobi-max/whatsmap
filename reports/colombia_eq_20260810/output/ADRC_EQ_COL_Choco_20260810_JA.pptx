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13日午前（コロンビア時間、日本時間13日夜）現在、発災から約78時間後。UNGRDのダビド・サンティアゴ・タマヨ長官が発表した集計による。死者273人、負傷3,824人、行方不明377人、被災40,753世帯（97,515人）、住宅全壊12,584棟・損壊74,873棟、建物倒壊172棟。経済緊急事態が宣言されてい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対応の時系列（8月10〜13日）（1/3）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対応の時系列（8月10〜13日）（2/3）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対応の時系列（8月10〜13日）（3/3）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273</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3,824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377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13日午前にUNGRD長官が発表した集計。被災40,753世帯・97,515人、住宅全壊12,584棟・損壊74,873棟。行方不明が496人から377人に減ったのは、数値が検察庁の公式登録簿によるものとなり、重複した届出の突合が進んだためである。</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13日午前のUNGRD集計で273人となった。法医学研究所には250遺体が搬入され、うち227体の身元が確認されている。これ以前の数値は、8月12日夕方が265人、同日先行の値が239人、県・市の発表を積み上げると254人、Asocapitalesによる県都のみの集計が234人であった。公式の全国値として引用すべきは273人であり、250体は法医学的に確認された下限であ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377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377人と3,653件は同じものを測った数値ではなく、どちらも誤りではない。377人は、8月13日午前にUNGRDが示した、検察庁（Fiscalía General de la Nación）の公式登録簿による数値である。前日夕方の496人から減ったのは、その人たちが発見されたためではなく、重複した届出や解決済みの届出が登録簿と突合されたため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いずれの数値も滑らかにではなく段階的に動くとみられる。行方不明者数として引用すべきは377人であり、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273人（UNGRD、8月13日午前）。8月12日夕方の265人から増加。法医学研究所には250遺体が搬入され、うち227体の身元が確認されている。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UNGRD（8月13日）、法医学研究所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3,824人（UNGRD、8月13日午前）。前日夕方の3,494人から増加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377人（UNGRD、8月13日午前）。前日夕方の496人から減少。現在の数値は検察庁（Fiscalía General de la Nación）が保持する公式登録簿によるもので、減少は届出の突合が進んだ結果であり、発見によるものではない。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243人（8月11日20:00時点）。カリでは発災から約30時間後に女性が、集合住宅からは乳児が救出された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14県・403市町村（UNGRD、8月12日）。8月10日の「20市町村超」から拡大。カリ、ペレイラ、キブド、マニサレス、アルメニアでは赤色警報が継続。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40,753世帯・97,515人が直接被災（UNGRD、8月13日午前）。前日夕方の25,872世帯・53,816人から増加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87,457棟。全壊12,584棟、損壊74,873棟（UNGRD、8月13日午前）。前日夕方の64,873棟から増加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74,873</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12,584</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全国で172棟（UNGRD、8月13日）。前日夕方の140棟、8月10日の61棟から増加。Asocapitalesは県都で243棟の倒壊を数える。カリ市当局は倒壊107棟・構造的被害643棟と報告。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216か所が被害（UNGRD、8月13日）。8月11日の93か所、10日の18か所から増加。医療機関7か所が閉鎖。カリの大学病院は約30％が崩壊し、小児科・内科・新生児科の一部を含む3フロアが失われた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2,198か所が被害（UNGRD、8月13日）。前日夕方の1,819か所、8月10日の52か所から増加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825か所が被害（UNGRD、8月13日）。前日夕方の631か所から増加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上水道71系統が被害、金融機関29拠点が業務停止（UNGRD、8月13日）。震央付近では停電と通信途絶が報告されている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申し出から、絞り込んだ受け入れへ
</a:t>
            </a:r>
            <a:pPr algn="l" indent="0" marL="0">
              <a:buNone/>
            </a:pPr>
            <a:r>
              <a:rPr lang="en-US" sz="950" dirty="0">
                <a:solidFill>
                  <a:srgbClr val="7A2E0E"/>
                </a:solidFill>
                <a:latin typeface="Meiryo" pitchFamily="34" charset="0"/>
                <a:ea typeface="Meiryo" pitchFamily="34" charset="-122"/>
                <a:cs typeface="Meiryo" pitchFamily="34" charset="-120"/>
              </a:rPr>
              <a:t>コロンビアは2日間、資金と衛星地図は受け入れたが海外の救助チームは受け入れず、国連にも正式な要請は届いていなかった。これが8月12日に変わり、政府はUSARチームの受け入れを決め、その条件としてINSARAG分類を挙げた。自己完結性と相互運用性が求められるチームを選ぶ基準として、これは適切である。ただし申し出は少なくとも17か国からあり、受け入れたのは4か国である。INSARAG分類だけでこの4か国という結果は説明できない。他の何か国かも同じ分類を保持しているためである。政府が挙げる基準は認証、自己完結性、展開の速さであり、イデオロギーが関与したことは否定している。この点はコロンビア国内で議論になっている。本レポートの読者にとって要点は2つである。法1523号の下で対応を指揮するのはコロンビア自身であること。そして、ここまで受け入れ先を絞る場合、その根拠を文書で説明できるようにしておくことが求められる、ということであ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13日午前（コロンビア時間、日本時間13日夜）現在、発災から約78時間後。UNGRDのダビド・サンティアゴ・タマヨ長官が発表した集計による。死者273人、負傷3,824人、行方不明377人、被災40,753世帯（97,515人）、住宅全壊12,584棟・損壊74,873棟、建物倒壊172棟。経済緊急事態が宣言されてい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2026-08-13T21:08:15Z</dcterms:created>
  <dcterms:modified xsi:type="dcterms:W3CDTF">2026-08-13T21:08:15Z</dcterms:modified>
</cp:coreProperties>
</file>