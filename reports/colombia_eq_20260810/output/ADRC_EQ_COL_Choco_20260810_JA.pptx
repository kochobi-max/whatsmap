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010" dirty="0"/>
          </a:p>
          <a:p>
            <a:pPr algn="l" marL="342900" indent="-342900">
              <a:buSzPct val="100000"/>
              <a:buChar char="•"/>
            </a:pPr>
            <a:r>
              <a:rPr lang="en-US" sz="101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010" dirty="0"/>
          </a:p>
          <a:p>
            <a:pPr algn="l" marL="342900" indent="-342900">
              <a:buSzPct val="100000"/>
              <a:buChar char="•"/>
            </a:pPr>
            <a:r>
              <a:rPr lang="en-US" sz="101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2026-08-11T01:32:34Z</dcterms:created>
  <dcterms:modified xsi:type="dcterms:W3CDTF">2026-08-11T01:32:34Z</dcterms:modified>
</cp:coreProperties>
</file>