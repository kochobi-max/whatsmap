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3-1.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4-1.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8-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 Type="http://schemas.openxmlformats.org/officeDocument/2006/relationships/image" Target="../media/image-34-1.png"/><Relationship Id="rId10" Type="http://schemas.openxmlformats.org/officeDocument/2006/relationships/slideLayout" Target="../slideLayouts/slideLayout1.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14〜15日（コロンビア時間）のUNGRD集計現在、発災から約5日後。死者288人、負傷4,018人、行方不明202人、救出354人、被災45,523世帯（102,263人）、15県・426市町村。住宅全壊12,828棟・損壊73,455棟、建物倒壊121棟。被害評価調査で重複記録の整理が進み、いくつかの項目は下方修正されている。すべて速報値。　SGCは8月14日07:00までに余震184回を決定している。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14 Aug 07:00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184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288</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4,018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202</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14〜15日のUNGRD集計。被災45,523世帯・102,263人、15県・426市町村。住宅全壊12,828棟・損壊73,455棟、救出354人。行方不明は検察庁登録簿の2度目の突合により378人から202人に減少した。被災世帯数、住宅被害、建物倒壊も、被害評価の重複記録の整理に伴い下方修正されている。</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14〜15日のUNGRD集計で288人となった。8月14日09:00時点の287人、同日06:30の285人、13日夜の281人、13日午前の273人を経ている。法医学研究所には8月13日時点で250遺体が搬入され、うち227体の身元が確認されていた。公式の全国値として引用すべきは288人であ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202</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202人と3,653件は同じものを測った数値ではなく、どちらも誤りではない。202人は、8月14〜15日にUNGRDが示した、検察庁（Fiscalía General de la Nación）の公式登録簿による数値である。この数値はすでに2度減少しており（8月13日に496人から377人、8月14〜15日に378人から202人）、いずれも届出と登録簿の突合によるものであって、発見によるものではない。捜索救助によって生存救出されたのは354人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いずれの数値も滑らかにではなく段階的に動くとみられる。行方不明者数として引用すべきは202人であり、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288人（UNGRD、8月14〜15日）。8月14日09:00時点の287人、同日06:30の285人、13日夜の281人、13日午前の273人から増加。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4,018人（UNGRD、8月14〜15日）。8月14日09:00時点の3,975人、13日の3,824人から増加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202人（UNGRD、8月14〜15日）。8月14日09:00時点の378人、13日の377人から減少。2度目の下方修正であり、1度目と同様、検察庁の登録簿の突合——解決済みや重複と判明した届出の整理——によるものであって、瓦礫の下から発見されたことによるものではない。救出された人は354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354人（UNGRD、8月14日）。8月11日の243人から増加。カリで発災から約30時間後に救出された女性、ペレイラで36時間ぶりに救出された女性、集合住宅から救出された乳児を含む。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15県・426市町村（UNGRD、8月14〜15日）。8月14日09:00時点では437市町村、12日時点では14県・403市町村であった。カリ、ペレイラ、キブド、マニサレス、アルメニアでは赤色警報が継続。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45,523世帯・102,263人が被災（UNGRD、8月14〜15日）。8月14日09:00時点では56,448世帯・135,179人であった。減少は被害評価の記録整理によるものであり、被災状態を脱したことを意味しない。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86,283棟。全壊12,828棟、損壊73,455棟（UNGRD、8月14〜15日）。8月14日09:00時点では全壊13,077棟・損壊79,108棟、13日時点では合計87,457棟であった。　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73,455</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12,828</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全国で121棟（UNGRD、8月14〜15日）。8月13日の172棟から下方修正された。Asocapitalesは県都で243棟の倒壊を数える。カリ市当局は倒壊107棟・構造的被害643棟と報告。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240か所が被害（UNGRD、8月14〜15日）。8月13日の216か所、10日の18か所から増加。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2,205か所が被害（UNGRD、8月14〜15日）。8月13日の2,198か所、10日の52か所から増加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1,208か所が被害（UNGRD、8月14〜15日）。8月13日の825か所から増加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道路210路線が被害（UNGRD、8月14〜15日）。8月11日の77路線、10日の18路線から増加。道路橋44橋、歩道橋13橋も被害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上水道73系統が被害（UNGRD、8月14〜15日）、金融機関29拠点が業務停止。震央付近では停電と通信途絶が報告されている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絞り込んだ受け入れ、その後の広がり
</a:t>
            </a:r>
            <a:pPr algn="l" indent="0" marL="0">
              <a:buNone/>
            </a:pPr>
            <a:r>
              <a:rPr lang="en-US" sz="950" dirty="0">
                <a:solidFill>
                  <a:srgbClr val="7A2E0E"/>
                </a:solidFill>
                <a:latin typeface="Meiryo" pitchFamily="34" charset="0"/>
                <a:ea typeface="Meiryo" pitchFamily="34" charset="-122"/>
                <a:cs typeface="Meiryo" pitchFamily="34" charset="-120"/>
              </a:rPr>
              <a:t>2つの構図が並んでいる。捜索救助は4か国——米国、イスラエル、エクアドル、エルサルバドル——にのみ開かれた。政府が挙げる基準はINSARAG分類、自己完結性、展開の速さであるが、申し出は少なくとも17か国からあり、他の何か国かも同じ分類を保持している。政府はイデオロギーの関与を否定しており、この点はコロンビア国内で議論になっている。一方、物資と資金は幅広く受け入れられている。インド、ノルウェー、スウェーデン、スペイン、イタリア、チリ、メキシコ、トルコ、ブラジル、世界銀行、および先行する米国・EU・CAFの拠出であり、申し出の総額は約13億米ドルとされる。この区別には理由がある。救助チームは受入国の指揮系統の内側で活動するが、物資はそうではない。ADRCの読者が持ち帰るべき点もここにある。法1523号の下で対応を指揮するのはコロンビア自身であり、活動する側の受け入れをここまで絞る場合、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14〜15日（コロンビア時間）のUNGRD集計現在、発災から約5日後。死者288人、負傷4,018人、行方不明202人、救出354人、被災45,523世帯（102,263人）、15県・426市町村。住宅全壊12,828棟・損壊73,455棟、建物倒壊121棟。被害評価調査で重複記録の整理が進み、いくつかの項目は下方修正されている。すべて速報値。　SGCは8月14日07:00までに余震184回を決定している。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2026-08-15T08:07:23Z</dcterms:created>
  <dcterms:modified xsi:type="dcterms:W3CDTF">2026-08-15T08:07:23Z</dcterms:modified>
</cp:coreProperties>
</file>