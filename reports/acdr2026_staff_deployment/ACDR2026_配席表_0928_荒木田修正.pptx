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200" d="100"/>
          <a:sy n="200" d="100"/>
        </p:scale>
        <p:origin x="-1325" y="-15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2020529" y="0"/>
            <a:ext cx="26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ACDR2026</a:t>
            </a:r>
            <a:r>
              <a:rPr kumimoji="1" lang="ja-JP" altLang="en-US" dirty="0"/>
              <a:t>　配席表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69816B-B19F-121D-F91E-C2FE104C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22" r="15222"/>
          <a:stretch>
            <a:fillRect/>
          </a:stretch>
        </p:blipFill>
        <p:spPr>
          <a:xfrm>
            <a:off x="1592580" y="452000"/>
            <a:ext cx="3672840" cy="2921240"/>
          </a:xfrm>
          <a:prstGeom prst="rect">
            <a:avLst/>
          </a:prstGeom>
        </p:spPr>
      </p:pic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21DF63-3959-E86B-E9B6-E364C124474F}"/>
              </a:ext>
            </a:extLst>
          </p:cNvPr>
          <p:cNvSpPr/>
          <p:nvPr/>
        </p:nvSpPr>
        <p:spPr>
          <a:xfrm rot="1817373">
            <a:off x="3325746" y="3408733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D27987-DE9B-8455-E20C-F526A542681A}"/>
              </a:ext>
            </a:extLst>
          </p:cNvPr>
          <p:cNvSpPr/>
          <p:nvPr/>
        </p:nvSpPr>
        <p:spPr>
          <a:xfrm rot="19847151">
            <a:off x="1911815" y="3640314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473CAB6-944C-2DD4-529B-BD7072CE9108}"/>
              </a:ext>
            </a:extLst>
          </p:cNvPr>
          <p:cNvSpPr/>
          <p:nvPr/>
        </p:nvSpPr>
        <p:spPr>
          <a:xfrm rot="19897458">
            <a:off x="2314761" y="3421825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F488C59-3B03-FDB7-5DB3-13BBEC31960B}"/>
              </a:ext>
            </a:extLst>
          </p:cNvPr>
          <p:cNvGrpSpPr/>
          <p:nvPr/>
        </p:nvGrpSpPr>
        <p:grpSpPr>
          <a:xfrm>
            <a:off x="2302158" y="4047114"/>
            <a:ext cx="183893" cy="1945294"/>
            <a:chOff x="5171" y="318090"/>
            <a:chExt cx="205197" cy="197575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-134047" y="457308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-128405" y="1456400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-131675" y="959505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-128156" y="1955324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300652" y="696694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EB47373-F704-0914-74A9-4FF8B0A70030}"/>
              </a:ext>
            </a:extLst>
          </p:cNvPr>
          <p:cNvGrpSpPr/>
          <p:nvPr/>
        </p:nvGrpSpPr>
        <p:grpSpPr>
          <a:xfrm>
            <a:off x="3470592" y="4047114"/>
            <a:ext cx="183893" cy="2906901"/>
            <a:chOff x="3470592" y="4047114"/>
            <a:chExt cx="183893" cy="2906901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93509BF-B6D5-21F7-BCC6-18A657C7D94C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3C1A60F3-E989-F838-3F7E-C9C1E905D3D6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492FF4AF-D254-8964-DA03-3F13DC123F29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149B835A-E44B-A36D-7835-B6735F70F9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1D61DC77-4CF2-F927-94EF-0AC6A623BB72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0017BE9-91C4-8CD0-EE92-3F374D052AC8}"/>
              </a:ext>
            </a:extLst>
          </p:cNvPr>
          <p:cNvSpPr/>
          <p:nvPr/>
        </p:nvSpPr>
        <p:spPr>
          <a:xfrm rot="5400000">
            <a:off x="2154771" y="6161512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A4DF5EC-6889-CACA-A19D-00ECBBA3226E}"/>
              </a:ext>
            </a:extLst>
          </p:cNvPr>
          <p:cNvSpPr/>
          <p:nvPr/>
        </p:nvSpPr>
        <p:spPr>
          <a:xfrm rot="5400000">
            <a:off x="2149292" y="6631888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8821F2-2B57-5C45-292A-FD7756CC4CB0}"/>
              </a:ext>
            </a:extLst>
          </p:cNvPr>
          <p:cNvGrpSpPr/>
          <p:nvPr/>
        </p:nvGrpSpPr>
        <p:grpSpPr>
          <a:xfrm>
            <a:off x="4072572" y="4047114"/>
            <a:ext cx="183893" cy="2906901"/>
            <a:chOff x="3470592" y="4047114"/>
            <a:chExt cx="183893" cy="2906901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CFC4889F-E8C8-85BB-6AD4-FB7C77A76D4B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6333543B-CBB9-F1DD-B92F-06E3C56CD860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9B5F02C9-1E10-C73F-E00D-B76975C1CFE4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8E1CCD95-0CF7-DB1E-791F-9374CB3E4B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B3AF8E5-32FE-39CA-323D-7E85FA636433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984BA69-3357-F793-0DC7-F974BB16BD3F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E3EDF58-7C73-F49E-F6D7-B2C1590CD6D0}"/>
              </a:ext>
            </a:extLst>
          </p:cNvPr>
          <p:cNvGrpSpPr/>
          <p:nvPr/>
        </p:nvGrpSpPr>
        <p:grpSpPr>
          <a:xfrm>
            <a:off x="1704824" y="4047114"/>
            <a:ext cx="183893" cy="2906901"/>
            <a:chOff x="3470592" y="4047114"/>
            <a:chExt cx="183893" cy="2906901"/>
          </a:xfrm>
        </p:grpSpPr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D91E0F3-19DF-F5B6-B8D5-918CDCB498AD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74E28026-447C-F5CC-C50D-2C515B7B4E97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A6A6A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ADRC Sec.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00C1B2A-1DF0-3986-B0B8-EBC97FFF705C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17F1BD67-584A-1FA2-945C-E3C38EE13292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A6A6A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ADRC Sec.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945E6FF5-D9BA-F0D8-B5A7-96B357EFFCF1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3680443" y="461376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53631" y="510373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3695363" y="484307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3695363" y="510822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3683172" y="537122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3683172" y="562560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3683172" y="586774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3673101" y="613215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680443" y="660269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683172" y="683200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3333135" y="728634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1938776" y="410247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62166" y="577774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28712" y="557133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2016523" y="484347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2041702" y="461748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53631" y="53236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44884" y="605812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27250" y="627303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91117" y="6551800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29DE3A3-C1C7-BCC5-C6C0-37C572F0B6A2}"/>
              </a:ext>
            </a:extLst>
          </p:cNvPr>
          <p:cNvSpPr txBox="1"/>
          <p:nvPr/>
        </p:nvSpPr>
        <p:spPr>
          <a:xfrm>
            <a:off x="2016523" y="680021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2221206" y="719475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630572" y="727856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3035513" y="719784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3670808" y="434103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3665645" y="408031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78CB703E-DC81-5B0D-1945-3EA02C54348B}"/>
              </a:ext>
            </a:extLst>
          </p:cNvPr>
          <p:cNvSpPr txBox="1"/>
          <p:nvPr/>
        </p:nvSpPr>
        <p:spPr>
          <a:xfrm>
            <a:off x="3680443" y="633068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FCB05358-A444-A583-4D5B-C200D086CF8C}"/>
              </a:ext>
            </a:extLst>
          </p:cNvPr>
          <p:cNvSpPr txBox="1"/>
          <p:nvPr/>
        </p:nvSpPr>
        <p:spPr>
          <a:xfrm>
            <a:off x="1935452" y="436022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E97F1108-4859-538C-BE2E-79F125DD5A26}"/>
              </a:ext>
            </a:extLst>
          </p:cNvPr>
          <p:cNvSpPr txBox="1"/>
          <p:nvPr/>
        </p:nvSpPr>
        <p:spPr>
          <a:xfrm>
            <a:off x="1330000" y="410684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Sec.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985B311A-A036-195F-12BD-ACF5DF5E998B}"/>
              </a:ext>
            </a:extLst>
          </p:cNvPr>
          <p:cNvSpPr txBox="1"/>
          <p:nvPr/>
        </p:nvSpPr>
        <p:spPr>
          <a:xfrm>
            <a:off x="1380000" y="436684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8 pax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458236" y="510373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458591" y="53236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317394" y="557133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325127" y="577774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253553" y="605812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331928" y="627303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323835" y="65518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414432" y="6800218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029688E0-E253-EA47-C9A5-5ACC0501AACA}"/>
              </a:ext>
            </a:extLst>
          </p:cNvPr>
          <p:cNvSpPr txBox="1"/>
          <p:nvPr/>
        </p:nvSpPr>
        <p:spPr>
          <a:xfrm>
            <a:off x="3930000" y="7687920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A3D5358F-77D6-D1CD-2235-433327F98C4C}"/>
              </a:ext>
            </a:extLst>
          </p:cNvPr>
          <p:cNvSpPr txBox="1"/>
          <p:nvPr/>
        </p:nvSpPr>
        <p:spPr>
          <a:xfrm>
            <a:off x="4170000" y="7687920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951433" y="770909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30722125-AFD7-1D72-E787-3E7148CB4653}"/>
              </a:ext>
            </a:extLst>
          </p:cNvPr>
          <p:cNvSpPr txBox="1"/>
          <p:nvPr/>
        </p:nvSpPr>
        <p:spPr>
          <a:xfrm>
            <a:off x="2175085" y="77074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4301150" y="682400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4301150" y="659469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4308492" y="585974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BC6835BF-D6C2-824A-FACE-28B6A2F7490C}"/>
              </a:ext>
            </a:extLst>
          </p:cNvPr>
          <p:cNvSpPr txBox="1"/>
          <p:nvPr/>
        </p:nvSpPr>
        <p:spPr>
          <a:xfrm>
            <a:off x="4308492" y="460576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57" name="テキスト ボックス 156">
            <a:extLst>
              <a:ext uri="{FF2B5EF4-FFF2-40B4-BE49-F238E27FC236}">
                <a16:creationId xmlns:a16="http://schemas.microsoft.com/office/drawing/2014/main" id="{33B94C11-4F8E-37D0-3B80-843953152313}"/>
              </a:ext>
            </a:extLst>
          </p:cNvPr>
          <p:cNvSpPr txBox="1"/>
          <p:nvPr/>
        </p:nvSpPr>
        <p:spPr>
          <a:xfrm>
            <a:off x="4303886" y="483507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4DC9C3B5-4908-B0DE-BF67-4BA0E1F40D61}"/>
              </a:ext>
            </a:extLst>
          </p:cNvPr>
          <p:cNvSpPr txBox="1"/>
          <p:nvPr/>
        </p:nvSpPr>
        <p:spPr>
          <a:xfrm>
            <a:off x="4308492" y="510022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4299756" y="536322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4308492" y="407231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4308492" y="433303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2967827" y="7707213"/>
            <a:ext cx="409366" cy="807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0A1A056E-6BC4-2877-5DE5-AC08D0114E85}"/>
              </a:ext>
            </a:extLst>
          </p:cNvPr>
          <p:cNvSpPr txBox="1"/>
          <p:nvPr/>
        </p:nvSpPr>
        <p:spPr>
          <a:xfrm>
            <a:off x="2524690" y="7687920"/>
            <a:ext cx="409366" cy="1577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r>
              <a:rPr lang="en-GB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HA Centre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2757576" y="696694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214500" y="696694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B8711C39-6FDE-4143-49D8-8B7B48147FF2}"/>
              </a:ext>
            </a:extLst>
          </p:cNvPr>
          <p:cNvSpPr/>
          <p:nvPr/>
        </p:nvSpPr>
        <p:spPr>
          <a:xfrm>
            <a:off x="2054041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510965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8AAF855B-5F88-6212-17A5-634363FF209F}"/>
              </a:ext>
            </a:extLst>
          </p:cNvPr>
          <p:cNvSpPr/>
          <p:nvPr/>
        </p:nvSpPr>
        <p:spPr>
          <a:xfrm>
            <a:off x="2967889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425190" y="743555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8A182E09-946F-FACF-3B94-843AD1F13EF2}"/>
              </a:ext>
            </a:extLst>
          </p:cNvPr>
          <p:cNvSpPr txBox="1"/>
          <p:nvPr/>
        </p:nvSpPr>
        <p:spPr>
          <a:xfrm>
            <a:off x="3395000" y="7687920"/>
            <a:ext cx="260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85" name="テキスト ボックス 184">
            <a:extLst>
              <a:ext uri="{FF2B5EF4-FFF2-40B4-BE49-F238E27FC236}">
                <a16:creationId xmlns:a16="http://schemas.microsoft.com/office/drawing/2014/main" id="{271F7DAF-9800-5157-FBEC-27096AE33756}"/>
              </a:ext>
            </a:extLst>
          </p:cNvPr>
          <p:cNvSpPr txBox="1"/>
          <p:nvPr/>
        </p:nvSpPr>
        <p:spPr>
          <a:xfrm>
            <a:off x="3655000" y="7687920"/>
            <a:ext cx="260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2055002" y="8007874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850D3B30-7CC8-BF81-BC70-9E6AB6445636}"/>
              </a:ext>
            </a:extLst>
          </p:cNvPr>
          <p:cNvSpPr/>
          <p:nvPr/>
        </p:nvSpPr>
        <p:spPr>
          <a:xfrm>
            <a:off x="2511926" y="8007874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2B7BC6FF-3A7E-2B26-F43F-C74B22D9AF96}"/>
              </a:ext>
            </a:extLst>
          </p:cNvPr>
          <p:cNvSpPr/>
          <p:nvPr/>
        </p:nvSpPr>
        <p:spPr>
          <a:xfrm>
            <a:off x="2968850" y="8007874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5CC4A228-6FFA-04E1-127D-7EAC917168BB}"/>
              </a:ext>
            </a:extLst>
          </p:cNvPr>
          <p:cNvSpPr/>
          <p:nvPr/>
        </p:nvSpPr>
        <p:spPr>
          <a:xfrm>
            <a:off x="3426151" y="8008030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9785291B-B07C-1E6F-C831-7D4516BC64B5}"/>
              </a:ext>
            </a:extLst>
          </p:cNvPr>
          <p:cNvSpPr/>
          <p:nvPr/>
        </p:nvSpPr>
        <p:spPr>
          <a:xfrm rot="1817373">
            <a:off x="3713998" y="3631628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882190" y="743555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500000" y="8330000"/>
            <a:ext cx="47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/>
              <a:t>配席案 9/28 荒木田修正（9/25 名簿・9/25 所内決定を反映）</a:t>
            </a:r>
          </a:p>
          <a:p>
            <a:r>
              <a:rPr sz="700" b="0"/>
              <a:t>・U字28席: 上端を主催3者に。左上 ADRC×2（三浦会長・北本理事長）、右上 Singapore×2（Comr・Alan Chow）＋Japan（内閣府）。以下は時計回りに国名アルファベット順（Armenia の位置を修正）。</a:t>
            </a:r>
          </a:p>
          <a:p>
            <a:r>
              <a:rPr sz="700" b="0"/>
              <a:t>・2列目右: Japan×3（仙台市: 副市長ほか）を Japan の後ろへ。Singapore×2, Azerbaijan, Brunei, India×2 は各国の後ろ。</a:t>
            </a:r>
          </a:p>
          <a:p>
            <a:r>
              <a:rPr sz="700" b="0"/>
              <a:t>・2列目左: 左上4卓（8席）は ADRC 事務局ブロック（9/25 決定）。残り8席に NZ×2, Viet Nam×2, Uzbekistan, Turkiye×2, ROK。ROK 3・4人目は教室型へ。ADRC の2列目2席は事務局ブロックに吸収。</a:t>
            </a:r>
          </a:p>
          <a:p>
            <a:r>
              <a:rPr sz="700" b="0"/>
              <a:t>・要確認: AUS 未登録（登録なければ空席か Japan 2席目）／Thailand・Uzbekistan は登録待ち／仙台副市長の RT 発言（2列目はマイクなし）／Comr の RT 在席。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98</Words>
  <Application>Microsoft Office PowerPoint</Application>
  <PresentationFormat>A4 210 x 297 mm</PresentationFormat>
  <Paragraphs>91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ADRC_Kodama</cp:lastModifiedBy>
  <cp:revision>6</cp:revision>
  <dcterms:created xsi:type="dcterms:W3CDTF">2025-12-12T06:11:27Z</dcterms:created>
  <dcterms:modified xsi:type="dcterms:W3CDTF">2026-09-26T04:35:49Z</dcterms:modified>
</cp:coreProperties>
</file>