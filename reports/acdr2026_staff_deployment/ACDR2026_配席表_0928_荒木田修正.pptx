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200" d="100"/>
          <a:sy n="200" d="100"/>
        </p:scale>
        <p:origin x="-1325" y="-15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8287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4446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454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450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5585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58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565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3466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4684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7204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29690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961B0-7270-456C-AC74-1D0A7D8B8ED1}" type="datetimeFigureOut">
              <a:rPr kumimoji="1" lang="ja-JP" altLang="en-US" smtClean="0"/>
              <a:t>2026/9/26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86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A332D2-8246-7F03-0928-5C9F39ECEC3D}"/>
              </a:ext>
            </a:extLst>
          </p:cNvPr>
          <p:cNvSpPr txBox="1"/>
          <p:nvPr/>
        </p:nvSpPr>
        <p:spPr>
          <a:xfrm>
            <a:off x="2020529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ACDR2026</a:t>
            </a:r>
            <a:r>
              <a:rPr kumimoji="1" lang="ja-JP" altLang="en-US" dirty="0"/>
              <a:t>　配席表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69816B-B19F-121D-F91E-C2FE104C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22" r="15222"/>
          <a:stretch>
            <a:fillRect/>
          </a:stretch>
        </p:blipFill>
        <p:spPr>
          <a:xfrm>
            <a:off x="1592580" y="452000"/>
            <a:ext cx="3672840" cy="2921240"/>
          </a:xfrm>
          <a:prstGeom prst="rect">
            <a:avLst/>
          </a:prstGeom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F21DF63-3959-E86B-E9B6-E364C124474F}"/>
              </a:ext>
            </a:extLst>
          </p:cNvPr>
          <p:cNvSpPr/>
          <p:nvPr/>
        </p:nvSpPr>
        <p:spPr>
          <a:xfrm rot="1817373">
            <a:off x="3325746" y="3408733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AD27987-DE9B-8455-E20C-F526A542681A}"/>
              </a:ext>
            </a:extLst>
          </p:cNvPr>
          <p:cNvSpPr/>
          <p:nvPr/>
        </p:nvSpPr>
        <p:spPr>
          <a:xfrm rot="19847151">
            <a:off x="1911815" y="3640314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473CAB6-944C-2DD4-529B-BD7072CE9108}"/>
              </a:ext>
            </a:extLst>
          </p:cNvPr>
          <p:cNvSpPr/>
          <p:nvPr/>
        </p:nvSpPr>
        <p:spPr>
          <a:xfrm rot="19897458">
            <a:off x="2314761" y="3421825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F488C59-3B03-FDB7-5DB3-13BBEC31960B}"/>
              </a:ext>
            </a:extLst>
          </p:cNvPr>
          <p:cNvGrpSpPr/>
          <p:nvPr/>
        </p:nvGrpSpPr>
        <p:grpSpPr>
          <a:xfrm>
            <a:off x="2302158" y="4047114"/>
            <a:ext cx="183893" cy="1945294"/>
            <a:chOff x="5171" y="318090"/>
            <a:chExt cx="205197" cy="1975758"/>
          </a:xfrm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F932579E-E451-D7A3-EAFB-A5EAB7D8E51A}"/>
                </a:ext>
              </a:extLst>
            </p:cNvPr>
            <p:cNvSpPr/>
            <p:nvPr/>
          </p:nvSpPr>
          <p:spPr>
            <a:xfrm rot="5400000">
              <a:off x="-134047" y="457308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7347697-6942-A5E1-817B-F743011C8968}"/>
                </a:ext>
              </a:extLst>
            </p:cNvPr>
            <p:cNvSpPr/>
            <p:nvPr/>
          </p:nvSpPr>
          <p:spPr>
            <a:xfrm rot="5400000">
              <a:off x="-128405" y="1456400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47F3187C-6A81-2B62-4CB0-C93212B696F7}"/>
                </a:ext>
              </a:extLst>
            </p:cNvPr>
            <p:cNvSpPr/>
            <p:nvPr/>
          </p:nvSpPr>
          <p:spPr>
            <a:xfrm rot="5400000">
              <a:off x="-131675" y="959505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C85194FB-678B-634F-91CD-0F2C91289EE2}"/>
                </a:ext>
              </a:extLst>
            </p:cNvPr>
            <p:cNvSpPr/>
            <p:nvPr/>
          </p:nvSpPr>
          <p:spPr>
            <a:xfrm rot="5400000">
              <a:off x="-128156" y="1955324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3747975-35BB-591C-2F06-B991E98CDFF1}"/>
              </a:ext>
            </a:extLst>
          </p:cNvPr>
          <p:cNvSpPr/>
          <p:nvPr/>
        </p:nvSpPr>
        <p:spPr>
          <a:xfrm>
            <a:off x="2300652" y="6966943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EB47373-F704-0914-74A9-4FF8B0A70030}"/>
              </a:ext>
            </a:extLst>
          </p:cNvPr>
          <p:cNvGrpSpPr/>
          <p:nvPr/>
        </p:nvGrpSpPr>
        <p:grpSpPr>
          <a:xfrm>
            <a:off x="3470592" y="4047114"/>
            <a:ext cx="183893" cy="2906901"/>
            <a:chOff x="3470592" y="4047114"/>
            <a:chExt cx="183893" cy="2906901"/>
          </a:xfrm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893509BF-B6D5-21F7-BCC6-18A657C7D94C}"/>
                </a:ext>
              </a:extLst>
            </p:cNvPr>
            <p:cNvGrpSpPr/>
            <p:nvPr/>
          </p:nvGrpSpPr>
          <p:grpSpPr>
            <a:xfrm>
              <a:off x="3470592" y="4047114"/>
              <a:ext cx="183893" cy="1945294"/>
              <a:chOff x="2318242" y="295030"/>
              <a:chExt cx="205197" cy="1975758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3C1A60F3-E989-F838-3F7E-C9C1E905D3D6}"/>
                  </a:ext>
                </a:extLst>
              </p:cNvPr>
              <p:cNvSpPr/>
              <p:nvPr/>
            </p:nvSpPr>
            <p:spPr>
              <a:xfrm rot="5400000">
                <a:off x="2179024" y="434248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92FF4AF-D254-8964-DA03-3F13DC123F29}"/>
                  </a:ext>
                </a:extLst>
              </p:cNvPr>
              <p:cNvSpPr/>
              <p:nvPr/>
            </p:nvSpPr>
            <p:spPr>
              <a:xfrm rot="5400000">
                <a:off x="2184666" y="1433340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149B835A-E44B-A36D-7835-B6735F70F9F0}"/>
                  </a:ext>
                </a:extLst>
              </p:cNvPr>
              <p:cNvSpPr/>
              <p:nvPr/>
            </p:nvSpPr>
            <p:spPr>
              <a:xfrm rot="5400000">
                <a:off x="2181396" y="936445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1D61DC77-4CF2-F927-94EF-0AC6A623BB72}"/>
                  </a:ext>
                </a:extLst>
              </p:cNvPr>
              <p:cNvSpPr/>
              <p:nvPr/>
            </p:nvSpPr>
            <p:spPr>
              <a:xfrm rot="5400000">
                <a:off x="2184915" y="1932264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</p:grp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3190FC1D-FD74-DFD2-4474-AB087FC0E1A3}"/>
                </a:ext>
              </a:extLst>
            </p:cNvPr>
            <p:cNvSpPr/>
            <p:nvPr/>
          </p:nvSpPr>
          <p:spPr>
            <a:xfrm rot="5400000">
              <a:off x="3324711" y="6148716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199560F1-04DB-4AED-6B4D-60307828E957}"/>
                </a:ext>
              </a:extLst>
            </p:cNvPr>
            <p:cNvSpPr/>
            <p:nvPr/>
          </p:nvSpPr>
          <p:spPr>
            <a:xfrm rot="5400000">
              <a:off x="3324711" y="6629520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0017BE9-91C4-8CD0-EE92-3F374D052AC8}"/>
              </a:ext>
            </a:extLst>
          </p:cNvPr>
          <p:cNvSpPr/>
          <p:nvPr/>
        </p:nvSpPr>
        <p:spPr>
          <a:xfrm rot="5400000">
            <a:off x="2154771" y="6161512"/>
            <a:ext cx="470376" cy="178614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member</a:t>
            </a:r>
            <a:endParaRPr kumimoji="0" lang="ja-JP" altLang="ja-JP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A4DF5EC-6889-CACA-A19D-00ECBBA3226E}"/>
              </a:ext>
            </a:extLst>
          </p:cNvPr>
          <p:cNvSpPr/>
          <p:nvPr/>
        </p:nvSpPr>
        <p:spPr>
          <a:xfrm rot="5400000">
            <a:off x="2149292" y="6631888"/>
            <a:ext cx="470376" cy="178614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member</a:t>
            </a:r>
            <a:endParaRPr kumimoji="0" lang="ja-JP" altLang="ja-JP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7D8821F2-2B57-5C45-292A-FD7756CC4CB0}"/>
              </a:ext>
            </a:extLst>
          </p:cNvPr>
          <p:cNvGrpSpPr/>
          <p:nvPr/>
        </p:nvGrpSpPr>
        <p:grpSpPr>
          <a:xfrm>
            <a:off x="4072572" y="4047114"/>
            <a:ext cx="183893" cy="2906901"/>
            <a:chOff x="3470592" y="4047114"/>
            <a:chExt cx="183893" cy="2906901"/>
          </a:xfrm>
        </p:grpSpPr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CFC4889F-E8C8-85BB-6AD4-FB7C77A76D4B}"/>
                </a:ext>
              </a:extLst>
            </p:cNvPr>
            <p:cNvGrpSpPr/>
            <p:nvPr/>
          </p:nvGrpSpPr>
          <p:grpSpPr>
            <a:xfrm>
              <a:off x="3470592" y="4047114"/>
              <a:ext cx="183893" cy="1945294"/>
              <a:chOff x="2318242" y="295030"/>
              <a:chExt cx="205197" cy="1975758"/>
            </a:xfrm>
          </p:grpSpPr>
          <p:sp>
            <p:nvSpPr>
              <p:cNvPr id="44" name="正方形/長方形 43">
                <a:extLst>
                  <a:ext uri="{FF2B5EF4-FFF2-40B4-BE49-F238E27FC236}">
                    <a16:creationId xmlns:a16="http://schemas.microsoft.com/office/drawing/2014/main" id="{6333543B-CBB9-F1DD-B92F-06E3C56CD860}"/>
                  </a:ext>
                </a:extLst>
              </p:cNvPr>
              <p:cNvSpPr/>
              <p:nvPr/>
            </p:nvSpPr>
            <p:spPr>
              <a:xfrm rot="5400000">
                <a:off x="2179024" y="434248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a16:creationId xmlns:a16="http://schemas.microsoft.com/office/drawing/2014/main" id="{9B5F02C9-1E10-C73F-E00D-B76975C1CFE4}"/>
                  </a:ext>
                </a:extLst>
              </p:cNvPr>
              <p:cNvSpPr/>
              <p:nvPr/>
            </p:nvSpPr>
            <p:spPr>
              <a:xfrm rot="5400000">
                <a:off x="2184666" y="1433340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a16:creationId xmlns:a16="http://schemas.microsoft.com/office/drawing/2014/main" id="{8E1CCD95-0CF7-DB1E-791F-9374CB3E4BF0}"/>
                  </a:ext>
                </a:extLst>
              </p:cNvPr>
              <p:cNvSpPr/>
              <p:nvPr/>
            </p:nvSpPr>
            <p:spPr>
              <a:xfrm rot="5400000">
                <a:off x="2181396" y="936445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a16:creationId xmlns:a16="http://schemas.microsoft.com/office/drawing/2014/main" id="{EB3AF8E5-32FE-39CA-323D-7E85FA636433}"/>
                  </a:ext>
                </a:extLst>
              </p:cNvPr>
              <p:cNvSpPr/>
              <p:nvPr/>
            </p:nvSpPr>
            <p:spPr>
              <a:xfrm rot="5400000">
                <a:off x="2184915" y="1932264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</p:grp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1C3A553A-5437-FACB-8781-4198AAF0188C}"/>
                </a:ext>
              </a:extLst>
            </p:cNvPr>
            <p:cNvSpPr/>
            <p:nvPr/>
          </p:nvSpPr>
          <p:spPr>
            <a:xfrm rot="5400000">
              <a:off x="3324711" y="6148716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984BA69-3357-F793-0DC7-F974BB16BD3F}"/>
                </a:ext>
              </a:extLst>
            </p:cNvPr>
            <p:cNvSpPr/>
            <p:nvPr/>
          </p:nvSpPr>
          <p:spPr>
            <a:xfrm rot="5400000">
              <a:off x="3324711" y="6629520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E3EDF58-7C73-F49E-F6D7-B2C1590CD6D0}"/>
              </a:ext>
            </a:extLst>
          </p:cNvPr>
          <p:cNvGrpSpPr/>
          <p:nvPr/>
        </p:nvGrpSpPr>
        <p:grpSpPr>
          <a:xfrm>
            <a:off x="1704824" y="4047114"/>
            <a:ext cx="183893" cy="2906901"/>
            <a:chOff x="3470592" y="4047114"/>
            <a:chExt cx="183893" cy="2906901"/>
          </a:xfrm>
        </p:grpSpPr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D91E0F3-19DF-F5B6-B8D5-918CDCB498AD}"/>
                </a:ext>
              </a:extLst>
            </p:cNvPr>
            <p:cNvGrpSpPr/>
            <p:nvPr/>
          </p:nvGrpSpPr>
          <p:grpSpPr>
            <a:xfrm>
              <a:off x="3470592" y="4047114"/>
              <a:ext cx="183893" cy="1945294"/>
              <a:chOff x="2318242" y="295030"/>
              <a:chExt cx="205197" cy="1975758"/>
            </a:xfrm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74E28026-447C-F5CC-C50D-2C515B7B4E97}"/>
                  </a:ext>
                </a:extLst>
              </p:cNvPr>
              <p:cNvSpPr/>
              <p:nvPr/>
            </p:nvSpPr>
            <p:spPr>
              <a:xfrm rot="5400000">
                <a:off x="2179024" y="434248"/>
                <a:ext cx="477742" cy="199306"/>
              </a:xfrm>
              <a:prstGeom prst="rect">
                <a:avLst/>
              </a:prstGeom>
              <a:solidFill>
                <a:srgbClr val="A6A6A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ADRC Sec.</a:t>
                </a: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700C1B2A-1DF0-3986-B0B8-EBC97FFF705C}"/>
                  </a:ext>
                </a:extLst>
              </p:cNvPr>
              <p:cNvSpPr/>
              <p:nvPr/>
            </p:nvSpPr>
            <p:spPr>
              <a:xfrm rot="5400000">
                <a:off x="2184666" y="1433340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17F1BD67-584A-1FA2-945C-E3C38EE13292}"/>
                  </a:ext>
                </a:extLst>
              </p:cNvPr>
              <p:cNvSpPr/>
              <p:nvPr/>
            </p:nvSpPr>
            <p:spPr>
              <a:xfrm rot="5400000">
                <a:off x="2181396" y="936445"/>
                <a:ext cx="477742" cy="199306"/>
              </a:xfrm>
              <a:prstGeom prst="rect">
                <a:avLst/>
              </a:prstGeom>
              <a:solidFill>
                <a:srgbClr val="A6A6A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ADRC Sec.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945E6FF5-D9BA-F0D8-B5A7-96B357EFFCF1}"/>
                  </a:ext>
                </a:extLst>
              </p:cNvPr>
              <p:cNvSpPr/>
              <p:nvPr/>
            </p:nvSpPr>
            <p:spPr>
              <a:xfrm rot="5400000">
                <a:off x="2184915" y="1932264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</p:grp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0B647ED0-614C-A354-8E67-9388150BFF88}"/>
                </a:ext>
              </a:extLst>
            </p:cNvPr>
            <p:cNvSpPr/>
            <p:nvPr/>
          </p:nvSpPr>
          <p:spPr>
            <a:xfrm rot="5400000">
              <a:off x="3324711" y="6148716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2176C9F1-8DF5-EAA2-7BC5-5286C9B4B9F3}"/>
                </a:ext>
              </a:extLst>
            </p:cNvPr>
            <p:cNvSpPr/>
            <p:nvPr/>
          </p:nvSpPr>
          <p:spPr>
            <a:xfrm rot="5400000">
              <a:off x="3324711" y="6629520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6D8584E6-C71E-0F43-44DC-1EC9E4DC915A}"/>
              </a:ext>
            </a:extLst>
          </p:cNvPr>
          <p:cNvSpPr txBox="1"/>
          <p:nvPr/>
        </p:nvSpPr>
        <p:spPr>
          <a:xfrm>
            <a:off x="3680443" y="461376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Azerbaijan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936CACE-AE0C-27F7-DCE0-69912FF98B7A}"/>
              </a:ext>
            </a:extLst>
          </p:cNvPr>
          <p:cNvSpPr txBox="1"/>
          <p:nvPr/>
        </p:nvSpPr>
        <p:spPr>
          <a:xfrm>
            <a:off x="1953631" y="510373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ja-JP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Armenia</a:t>
            </a:r>
            <a:endParaRPr lang="ja-JP" altLang="ja-JP" sz="600" b="0" i="0" u="none" strike="noStrike" dirty="0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E96D28C2-9A99-96C2-A2F3-1FF6221D12BD}"/>
              </a:ext>
            </a:extLst>
          </p:cNvPr>
          <p:cNvSpPr txBox="1"/>
          <p:nvPr/>
        </p:nvSpPr>
        <p:spPr>
          <a:xfrm>
            <a:off x="3695363" y="4843073"/>
            <a:ext cx="409366" cy="1577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Bangladesh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080ED1C-425E-D5F2-26DF-06159AF7CB04}"/>
              </a:ext>
            </a:extLst>
          </p:cNvPr>
          <p:cNvSpPr txBox="1"/>
          <p:nvPr/>
        </p:nvSpPr>
        <p:spPr>
          <a:xfrm>
            <a:off x="3695363" y="510822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Bhutan</a:t>
            </a: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FEF0A41B-F42C-A54B-527E-7370075B6B60}"/>
              </a:ext>
            </a:extLst>
          </p:cNvPr>
          <p:cNvSpPr txBox="1"/>
          <p:nvPr/>
        </p:nvSpPr>
        <p:spPr>
          <a:xfrm>
            <a:off x="3683172" y="537122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Brunei</a:t>
            </a: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A0D0094-CFE9-4FA0-3E03-8FEF204A9BBC}"/>
              </a:ext>
            </a:extLst>
          </p:cNvPr>
          <p:cNvSpPr txBox="1"/>
          <p:nvPr/>
        </p:nvSpPr>
        <p:spPr>
          <a:xfrm>
            <a:off x="3683172" y="5625606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Cambodia</a:t>
            </a: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65A779D0-D4B6-513C-43F7-7857ABEE0531}"/>
              </a:ext>
            </a:extLst>
          </p:cNvPr>
          <p:cNvSpPr txBox="1"/>
          <p:nvPr/>
        </p:nvSpPr>
        <p:spPr>
          <a:xfrm>
            <a:off x="3683172" y="586774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Fiji</a:t>
            </a: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6EF6BFB9-C5EA-AB2E-5AB9-23951CC5148B}"/>
              </a:ext>
            </a:extLst>
          </p:cNvPr>
          <p:cNvSpPr txBox="1"/>
          <p:nvPr/>
        </p:nvSpPr>
        <p:spPr>
          <a:xfrm>
            <a:off x="3673101" y="613215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India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7230E3CF-2C69-78FC-355F-D3FE7734B380}"/>
              </a:ext>
            </a:extLst>
          </p:cNvPr>
          <p:cNvSpPr txBox="1"/>
          <p:nvPr/>
        </p:nvSpPr>
        <p:spPr>
          <a:xfrm>
            <a:off x="3680443" y="660269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Malaysia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FD1AB3CE-7BB8-0184-03C2-4C91BB9F47D8}"/>
              </a:ext>
            </a:extLst>
          </p:cNvPr>
          <p:cNvSpPr txBox="1"/>
          <p:nvPr/>
        </p:nvSpPr>
        <p:spPr>
          <a:xfrm>
            <a:off x="3683172" y="683200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Maldives</a:t>
            </a: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3FCC560-6F4D-4532-B5E2-C1132685646A}"/>
              </a:ext>
            </a:extLst>
          </p:cNvPr>
          <p:cNvSpPr txBox="1"/>
          <p:nvPr/>
        </p:nvSpPr>
        <p:spPr>
          <a:xfrm>
            <a:off x="3333135" y="728634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Mongolia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13A8D2F2-5B72-C535-1237-DF90FC5AA7C9}"/>
              </a:ext>
            </a:extLst>
          </p:cNvPr>
          <p:cNvSpPr txBox="1"/>
          <p:nvPr/>
        </p:nvSpPr>
        <p:spPr>
          <a:xfrm>
            <a:off x="1938776" y="410247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</a:t>
            </a: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6EF48BBD-6522-C357-44F8-A32F7EF08FA0}"/>
              </a:ext>
            </a:extLst>
          </p:cNvPr>
          <p:cNvSpPr txBox="1"/>
          <p:nvPr/>
        </p:nvSpPr>
        <p:spPr>
          <a:xfrm>
            <a:off x="1962166" y="577774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Turkiye</a:t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DE95C956-8D49-B3D7-DC25-4A4AF490A7CF}"/>
              </a:ext>
            </a:extLst>
          </p:cNvPr>
          <p:cNvSpPr txBox="1"/>
          <p:nvPr/>
        </p:nvSpPr>
        <p:spPr>
          <a:xfrm>
            <a:off x="1928712" y="5571336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Uzbekistan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F110F1C6-EB50-4DB2-65CC-D81560ED4EAF}"/>
              </a:ext>
            </a:extLst>
          </p:cNvPr>
          <p:cNvSpPr txBox="1"/>
          <p:nvPr/>
        </p:nvSpPr>
        <p:spPr>
          <a:xfrm>
            <a:off x="2016523" y="484347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AUS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623FA521-06F1-908C-FCB3-45FCABE7A107}"/>
              </a:ext>
            </a:extLst>
          </p:cNvPr>
          <p:cNvSpPr txBox="1"/>
          <p:nvPr/>
        </p:nvSpPr>
        <p:spPr>
          <a:xfrm>
            <a:off x="2041702" y="461748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NZ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F74FBB56-0A59-D035-B6C5-DDED0580D2B7}"/>
              </a:ext>
            </a:extLst>
          </p:cNvPr>
          <p:cNvSpPr txBox="1"/>
          <p:nvPr/>
        </p:nvSpPr>
        <p:spPr>
          <a:xfrm>
            <a:off x="1953631" y="532360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Viet Nam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B7008125-43FE-3A56-BEB9-019CC5713A4B}"/>
              </a:ext>
            </a:extLst>
          </p:cNvPr>
          <p:cNvSpPr txBox="1"/>
          <p:nvPr/>
        </p:nvSpPr>
        <p:spPr>
          <a:xfrm>
            <a:off x="1944884" y="605812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Thailand</a:t>
            </a:r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07D38666-1737-B763-2749-592249C57E8B}"/>
              </a:ext>
            </a:extLst>
          </p:cNvPr>
          <p:cNvSpPr txBox="1"/>
          <p:nvPr/>
        </p:nvSpPr>
        <p:spPr>
          <a:xfrm>
            <a:off x="1927250" y="627303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Sri Lanka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25361A0-0EEC-B4B5-EADB-61DA76865F0A}"/>
              </a:ext>
            </a:extLst>
          </p:cNvPr>
          <p:cNvSpPr txBox="1"/>
          <p:nvPr/>
        </p:nvSpPr>
        <p:spPr>
          <a:xfrm>
            <a:off x="1991117" y="6551800"/>
            <a:ext cx="304684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529DE3A3-C1C7-BCC5-C6C0-37C572F0B6A2}"/>
              </a:ext>
            </a:extLst>
          </p:cNvPr>
          <p:cNvSpPr txBox="1"/>
          <p:nvPr/>
        </p:nvSpPr>
        <p:spPr>
          <a:xfrm>
            <a:off x="2016523" y="680021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PNG</a:t>
            </a:r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0849F453-428E-C057-CCEA-83B956AED841}"/>
              </a:ext>
            </a:extLst>
          </p:cNvPr>
          <p:cNvSpPr txBox="1"/>
          <p:nvPr/>
        </p:nvSpPr>
        <p:spPr>
          <a:xfrm>
            <a:off x="2221206" y="719475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Pakistan</a:t>
            </a:r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76D9C710-2898-DB5B-E9A2-AD407AE21438}"/>
              </a:ext>
            </a:extLst>
          </p:cNvPr>
          <p:cNvSpPr txBox="1"/>
          <p:nvPr/>
        </p:nvSpPr>
        <p:spPr>
          <a:xfrm>
            <a:off x="2630572" y="727856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Myanmar</a:t>
            </a:r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B18D39DC-957C-54F6-AB48-C3D077A9AFBB}"/>
              </a:ext>
            </a:extLst>
          </p:cNvPr>
          <p:cNvSpPr txBox="1"/>
          <p:nvPr/>
        </p:nvSpPr>
        <p:spPr>
          <a:xfrm>
            <a:off x="3035513" y="719784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Japan</a:t>
            </a:r>
          </a:p>
        </p:txBody>
      </p:sp>
      <p:sp>
        <p:nvSpPr>
          <p:cNvPr id="113" name="テキスト ボックス 112">
            <a:extLst>
              <a:ext uri="{FF2B5EF4-FFF2-40B4-BE49-F238E27FC236}">
                <a16:creationId xmlns:a16="http://schemas.microsoft.com/office/drawing/2014/main" id="{8B340532-288F-7EDC-4FA2-3F0723E31CBD}"/>
              </a:ext>
            </a:extLst>
          </p:cNvPr>
          <p:cNvSpPr txBox="1"/>
          <p:nvPr/>
        </p:nvSpPr>
        <p:spPr>
          <a:xfrm>
            <a:off x="3670808" y="434103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C122D04A-0882-0430-FD67-AB57461CB0F0}"/>
              </a:ext>
            </a:extLst>
          </p:cNvPr>
          <p:cNvSpPr txBox="1"/>
          <p:nvPr/>
        </p:nvSpPr>
        <p:spPr>
          <a:xfrm>
            <a:off x="3665645" y="408031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78CB703E-DC81-5B0D-1945-3EA02C54348B}"/>
              </a:ext>
            </a:extLst>
          </p:cNvPr>
          <p:cNvSpPr txBox="1"/>
          <p:nvPr/>
        </p:nvSpPr>
        <p:spPr>
          <a:xfrm>
            <a:off x="3680443" y="633068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Lao PDR</a:t>
            </a:r>
          </a:p>
        </p:txBody>
      </p: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FCB05358-A444-A583-4D5B-C200D086CF8C}"/>
              </a:ext>
            </a:extLst>
          </p:cNvPr>
          <p:cNvSpPr txBox="1"/>
          <p:nvPr/>
        </p:nvSpPr>
        <p:spPr>
          <a:xfrm>
            <a:off x="1935452" y="4360222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</a:t>
            </a: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E97F1108-4859-538C-BE2E-79F125DD5A26}"/>
              </a:ext>
            </a:extLst>
          </p:cNvPr>
          <p:cNvSpPr txBox="1"/>
          <p:nvPr/>
        </p:nvSpPr>
        <p:spPr>
          <a:xfrm>
            <a:off x="1285000" y="4106846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 Sec.</a:t>
            </a:r>
          </a:p>
        </p:txBody>
      </p:sp>
      <p:sp>
        <p:nvSpPr>
          <p:cNvPr id="123" name="テキスト ボックス 122">
            <a:extLst>
              <a:ext uri="{FF2B5EF4-FFF2-40B4-BE49-F238E27FC236}">
                <a16:creationId xmlns:a16="http://schemas.microsoft.com/office/drawing/2014/main" id="{985B311A-A036-195F-12BD-ACF5DF5E998B}"/>
              </a:ext>
            </a:extLst>
          </p:cNvPr>
          <p:cNvSpPr txBox="1"/>
          <p:nvPr/>
        </p:nvSpPr>
        <p:spPr>
          <a:xfrm>
            <a:off x="1380000" y="436684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8 pax</a:t>
            </a:r>
          </a:p>
        </p:txBody>
      </p: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D67470C7-88EA-CFC6-AB62-1D4DAAF5B548}"/>
              </a:ext>
            </a:extLst>
          </p:cNvPr>
          <p:cNvSpPr txBox="1"/>
          <p:nvPr/>
        </p:nvSpPr>
        <p:spPr>
          <a:xfrm>
            <a:off x="1458236" y="510373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NZ</a:t>
            </a:r>
          </a:p>
        </p:txBody>
      </p: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4611572E-0F44-7FA8-21AD-7DBB8CE9C9E1}"/>
              </a:ext>
            </a:extLst>
          </p:cNvPr>
          <p:cNvSpPr txBox="1"/>
          <p:nvPr/>
        </p:nvSpPr>
        <p:spPr>
          <a:xfrm>
            <a:off x="1458591" y="532360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NZ</a:t>
            </a:r>
          </a:p>
        </p:txBody>
      </p:sp>
      <p:sp>
        <p:nvSpPr>
          <p:cNvPr id="129" name="テキスト ボックス 128">
            <a:extLst>
              <a:ext uri="{FF2B5EF4-FFF2-40B4-BE49-F238E27FC236}">
                <a16:creationId xmlns:a16="http://schemas.microsoft.com/office/drawing/2014/main" id="{F9B9D6FB-B62C-9E7D-C5FD-2065FFCC7EE1}"/>
              </a:ext>
            </a:extLst>
          </p:cNvPr>
          <p:cNvSpPr txBox="1"/>
          <p:nvPr/>
        </p:nvSpPr>
        <p:spPr>
          <a:xfrm>
            <a:off x="1317394" y="5571336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Viet Nam</a:t>
            </a: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DA652DD0-A33C-EA80-0E9F-2F3EA842B1DF}"/>
              </a:ext>
            </a:extLst>
          </p:cNvPr>
          <p:cNvSpPr txBox="1"/>
          <p:nvPr/>
        </p:nvSpPr>
        <p:spPr>
          <a:xfrm>
            <a:off x="1325127" y="577774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Viet Nam</a:t>
            </a:r>
          </a:p>
        </p:txBody>
      </p: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FDBE9FDD-CD5F-EAE2-307F-3BC542EAB60C}"/>
              </a:ext>
            </a:extLst>
          </p:cNvPr>
          <p:cNvSpPr txBox="1"/>
          <p:nvPr/>
        </p:nvSpPr>
        <p:spPr>
          <a:xfrm>
            <a:off x="1253553" y="605812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Uzbekistan</a:t>
            </a:r>
          </a:p>
        </p:txBody>
      </p:sp>
      <p:sp>
        <p:nvSpPr>
          <p:cNvPr id="135" name="テキスト ボックス 134">
            <a:extLst>
              <a:ext uri="{FF2B5EF4-FFF2-40B4-BE49-F238E27FC236}">
                <a16:creationId xmlns:a16="http://schemas.microsoft.com/office/drawing/2014/main" id="{F3A852FA-887E-A813-3D7A-33CE02612617}"/>
              </a:ext>
            </a:extLst>
          </p:cNvPr>
          <p:cNvSpPr txBox="1"/>
          <p:nvPr/>
        </p:nvSpPr>
        <p:spPr>
          <a:xfrm>
            <a:off x="1331928" y="627303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Turkiye</a:t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37977E01-4CDB-9867-8CE2-94B9E9B1A220}"/>
              </a:ext>
            </a:extLst>
          </p:cNvPr>
          <p:cNvSpPr txBox="1"/>
          <p:nvPr/>
        </p:nvSpPr>
        <p:spPr>
          <a:xfrm>
            <a:off x="1323835" y="655180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Turkiye</a:t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9" name="テキスト ボックス 138">
            <a:extLst>
              <a:ext uri="{FF2B5EF4-FFF2-40B4-BE49-F238E27FC236}">
                <a16:creationId xmlns:a16="http://schemas.microsoft.com/office/drawing/2014/main" id="{633048CE-D496-046B-41FF-43BC66DDBCA4}"/>
              </a:ext>
            </a:extLst>
          </p:cNvPr>
          <p:cNvSpPr txBox="1"/>
          <p:nvPr/>
        </p:nvSpPr>
        <p:spPr>
          <a:xfrm>
            <a:off x="1414432" y="6800218"/>
            <a:ext cx="304684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149" name="テキスト ボックス 148">
            <a:extLst>
              <a:ext uri="{FF2B5EF4-FFF2-40B4-BE49-F238E27FC236}">
                <a16:creationId xmlns:a16="http://schemas.microsoft.com/office/drawing/2014/main" id="{DFD4F889-3CFA-3E56-6F07-C58D4D8892BC}"/>
              </a:ext>
            </a:extLst>
          </p:cNvPr>
          <p:cNvSpPr txBox="1"/>
          <p:nvPr/>
        </p:nvSpPr>
        <p:spPr>
          <a:xfrm>
            <a:off x="4301150" y="632268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India</a:t>
            </a:r>
          </a:p>
        </p:txBody>
      </p:sp>
      <p:sp>
        <p:nvSpPr>
          <p:cNvPr id="151" name="テキスト ボックス 150">
            <a:extLst>
              <a:ext uri="{FF2B5EF4-FFF2-40B4-BE49-F238E27FC236}">
                <a16:creationId xmlns:a16="http://schemas.microsoft.com/office/drawing/2014/main" id="{838548F7-0037-9DC5-6AAF-5E6E71B2EB97}"/>
              </a:ext>
            </a:extLst>
          </p:cNvPr>
          <p:cNvSpPr txBox="1"/>
          <p:nvPr/>
        </p:nvSpPr>
        <p:spPr>
          <a:xfrm>
            <a:off x="4301150" y="612415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India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885C367E-EB36-499B-7AC3-86D0B2579E64}"/>
              </a:ext>
            </a:extLst>
          </p:cNvPr>
          <p:cNvSpPr txBox="1"/>
          <p:nvPr/>
        </p:nvSpPr>
        <p:spPr>
          <a:xfrm>
            <a:off x="4308492" y="536322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Brunei</a:t>
            </a:r>
          </a:p>
        </p:txBody>
      </p:sp>
      <p:sp>
        <p:nvSpPr>
          <p:cNvPr id="161" name="テキスト ボックス 160">
            <a:extLst>
              <a:ext uri="{FF2B5EF4-FFF2-40B4-BE49-F238E27FC236}">
                <a16:creationId xmlns:a16="http://schemas.microsoft.com/office/drawing/2014/main" id="{2058DC3D-B375-5AB4-1047-40FAD8678075}"/>
              </a:ext>
            </a:extLst>
          </p:cNvPr>
          <p:cNvSpPr txBox="1"/>
          <p:nvPr/>
        </p:nvSpPr>
        <p:spPr>
          <a:xfrm>
            <a:off x="4299756" y="460576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Azerbaijan</a:t>
            </a:r>
          </a:p>
        </p:txBody>
      </p:sp>
      <p:sp>
        <p:nvSpPr>
          <p:cNvPr id="163" name="テキスト ボックス 162">
            <a:extLst>
              <a:ext uri="{FF2B5EF4-FFF2-40B4-BE49-F238E27FC236}">
                <a16:creationId xmlns:a16="http://schemas.microsoft.com/office/drawing/2014/main" id="{0D18247A-3336-437F-15D8-516CA6179F93}"/>
              </a:ext>
            </a:extLst>
          </p:cNvPr>
          <p:cNvSpPr txBox="1"/>
          <p:nvPr/>
        </p:nvSpPr>
        <p:spPr>
          <a:xfrm>
            <a:off x="4308492" y="407231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165" name="テキスト ボックス 164">
            <a:extLst>
              <a:ext uri="{FF2B5EF4-FFF2-40B4-BE49-F238E27FC236}">
                <a16:creationId xmlns:a16="http://schemas.microsoft.com/office/drawing/2014/main" id="{274D9DC6-FE2D-6664-BB59-CE7C57FCA490}"/>
              </a:ext>
            </a:extLst>
          </p:cNvPr>
          <p:cNvSpPr txBox="1"/>
          <p:nvPr/>
        </p:nvSpPr>
        <p:spPr>
          <a:xfrm>
            <a:off x="4308492" y="433303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62C5011E-D25C-59A7-8642-55FE5CBF6408}"/>
              </a:ext>
            </a:extLst>
          </p:cNvPr>
          <p:cNvSpPr/>
          <p:nvPr/>
        </p:nvSpPr>
        <p:spPr>
          <a:xfrm>
            <a:off x="2757576" y="6966943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3AE43A6B-31B1-7AC9-C8CE-F2891DF8BD3D}"/>
              </a:ext>
            </a:extLst>
          </p:cNvPr>
          <p:cNvSpPr/>
          <p:nvPr/>
        </p:nvSpPr>
        <p:spPr>
          <a:xfrm>
            <a:off x="3214500" y="6966943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9785291B-B07C-1E6F-C831-7D4516BC64B5}"/>
              </a:ext>
            </a:extLst>
          </p:cNvPr>
          <p:cNvSpPr/>
          <p:nvPr/>
        </p:nvSpPr>
        <p:spPr>
          <a:xfrm rot="1817373">
            <a:off x="3713998" y="3631628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96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97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1828944" y="76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PNG</a:t>
            </a:r>
          </a:p>
        </p:txBody>
      </p:sp>
      <p:sp>
        <p:nvSpPr>
          <p:cNvPr id="198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047352" y="77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Pakistan</a:t>
            </a:r>
          </a:p>
        </p:txBody>
      </p:sp>
      <p:sp>
        <p:nvSpPr>
          <p:cNvPr id="199" name="正方形/長方形 176">
            <a:extLst>
              <a:ext uri="{FF2B5EF4-FFF2-40B4-BE49-F238E27FC236}">
                <a16:creationId xmlns:a16="http://schemas.microsoft.com/office/drawing/2014/main" id="{05B579E1-AA55-878D-A7FE-D0AF2F6EF8F3}"/>
              </a:ext>
            </a:extLst>
          </p:cNvPr>
          <p:cNvSpPr/>
          <p:nvPr/>
        </p:nvSpPr>
        <p:spPr>
          <a:xfrm>
            <a:off x="2300760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partner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0" name="テキスト ボックス 166">
            <a:extLst>
              <a:ext uri="{FF2B5EF4-FFF2-40B4-BE49-F238E27FC236}">
                <a16:creationId xmlns:a16="http://schemas.microsoft.com/office/drawing/2014/main" id="{EDBECD81-6FB8-2D33-08E5-262BE06B316D}"/>
              </a:ext>
            </a:extLst>
          </p:cNvPr>
          <p:cNvSpPr txBox="1"/>
          <p:nvPr/>
        </p:nvSpPr>
        <p:spPr>
          <a:xfrm>
            <a:off x="2285760" y="7650396"/>
            <a:ext cx="380000" cy="807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0" tIns="0" rIns="0" bIns="0">
            <a:spAutoFit/>
          </a:bodyPr>
          <a:lstStyle/>
          <a:p>
            <a:pPr algn="ctr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AHA Centre</a:t>
            </a:r>
          </a:p>
        </p:txBody>
      </p:sp>
      <p:sp>
        <p:nvSpPr>
          <p:cNvPr id="201" name="テキスト ボックス 166">
            <a:extLst>
              <a:ext uri="{FF2B5EF4-FFF2-40B4-BE49-F238E27FC236}">
                <a16:creationId xmlns:a16="http://schemas.microsoft.com/office/drawing/2014/main" id="{EDBECD81-6FB8-2D33-08E5-262BE06B316D}"/>
              </a:ext>
            </a:extLst>
          </p:cNvPr>
          <p:cNvSpPr txBox="1"/>
          <p:nvPr/>
        </p:nvSpPr>
        <p:spPr>
          <a:xfrm>
            <a:off x="2504168" y="7730396"/>
            <a:ext cx="380000" cy="807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0" tIns="0" rIns="0" bIns="0">
            <a:spAutoFit/>
          </a:bodyPr>
          <a:lstStyle/>
          <a:p>
            <a:pPr algn="ctr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ADPC</a:t>
            </a:r>
          </a:p>
        </p:txBody>
      </p:sp>
      <p:sp>
        <p:nvSpPr>
          <p:cNvPr id="202" name="正方形/長方形 186">
            <a:extLst>
              <a:ext uri="{FF2B5EF4-FFF2-40B4-BE49-F238E27FC236}">
                <a16:creationId xmlns:a16="http://schemas.microsoft.com/office/drawing/2014/main" id="{691FF50D-B26B-3AE6-972B-AB9315D96FA0}"/>
              </a:ext>
            </a:extLst>
          </p:cNvPr>
          <p:cNvSpPr/>
          <p:nvPr/>
        </p:nvSpPr>
        <p:spPr>
          <a:xfrm>
            <a:off x="2757576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3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742576" y="76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b="1">
                <a:solidFill>
                  <a:srgbClr val="C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Google *</a:t>
            </a:r>
          </a:p>
        </p:txBody>
      </p:sp>
      <p:sp>
        <p:nvSpPr>
          <p:cNvPr id="204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960984" y="77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ADB</a:t>
            </a:r>
          </a:p>
        </p:txBody>
      </p:sp>
      <p:sp>
        <p:nvSpPr>
          <p:cNvPr id="205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6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199392" y="76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b="1">
                <a:solidFill>
                  <a:srgbClr val="C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 VM *</a:t>
            </a:r>
          </a:p>
        </p:txBody>
      </p:sp>
      <p:sp>
        <p:nvSpPr>
          <p:cNvPr id="207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417800" y="77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</a:t>
            </a:r>
          </a:p>
        </p:txBody>
      </p:sp>
      <p:sp>
        <p:nvSpPr>
          <p:cNvPr id="208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9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656208" y="76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</a:t>
            </a:r>
          </a:p>
        </p:txBody>
      </p:sp>
      <p:sp>
        <p:nvSpPr>
          <p:cNvPr id="210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874616" y="77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</a:t>
            </a:r>
          </a:p>
        </p:txBody>
      </p:sp>
      <p:sp>
        <p:nvSpPr>
          <p:cNvPr id="211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2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1828944" y="80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213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047352" y="81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214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300760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5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757576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6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7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8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9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300760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0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757576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1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2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3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4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300760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5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757576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6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7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8" name="正方形/長方形 186">
            <a:extLst>
              <a:ext uri="{FF2B5EF4-FFF2-40B4-BE49-F238E27FC236}">
                <a16:creationId xmlns:a16="http://schemas.microsoft.com/office/drawing/2014/main" id="{691FF50D-B26B-3AE6-972B-AB9315D96FA0}"/>
              </a:ext>
            </a:extLst>
          </p:cNvPr>
          <p:cNvSpPr/>
          <p:nvPr/>
        </p:nvSpPr>
        <p:spPr>
          <a:xfrm>
            <a:off x="2072352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9" name="正方形/長方形 188">
            <a:extLst>
              <a:ext uri="{FF2B5EF4-FFF2-40B4-BE49-F238E27FC236}">
                <a16:creationId xmlns:a16="http://schemas.microsoft.com/office/drawing/2014/main" id="{850D3B30-7CC8-BF81-BC70-9E6AB6445636}"/>
              </a:ext>
            </a:extLst>
          </p:cNvPr>
          <p:cNvSpPr/>
          <p:nvPr/>
        </p:nvSpPr>
        <p:spPr>
          <a:xfrm>
            <a:off x="2529168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30" name="正方形/長方形 190">
            <a:extLst>
              <a:ext uri="{FF2B5EF4-FFF2-40B4-BE49-F238E27FC236}">
                <a16:creationId xmlns:a16="http://schemas.microsoft.com/office/drawing/2014/main" id="{2B7BC6FF-3A7E-2B26-F43F-C74B22D9AF96}"/>
              </a:ext>
            </a:extLst>
          </p:cNvPr>
          <p:cNvSpPr/>
          <p:nvPr/>
        </p:nvSpPr>
        <p:spPr>
          <a:xfrm>
            <a:off x="2985984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31" name="正方形/長方形 192">
            <a:extLst>
              <a:ext uri="{FF2B5EF4-FFF2-40B4-BE49-F238E27FC236}">
                <a16:creationId xmlns:a16="http://schemas.microsoft.com/office/drawing/2014/main" id="{5CC4A228-6FFA-04E1-127D-7EAC917168BB}"/>
              </a:ext>
            </a:extLst>
          </p:cNvPr>
          <p:cNvSpPr/>
          <p:nvPr/>
        </p:nvSpPr>
        <p:spPr>
          <a:xfrm>
            <a:off x="3442800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32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072352" y="9250396"/>
            <a:ext cx="260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TS（29日）のみ前方の登壇者席（6名＋モデレーター＋Co-chair）。他のセッションは2列目・教室型に名札付き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450000" y="9370000"/>
            <a:ext cx="49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/>
              <a:t>配席案 9/28（荒木田修正）: U字は児玉案を基本に Japan を底へ（仙台市を後方中央に）、Maldives を右脚へ。Armenia／Azerbaijan は離す。2列目左は左上4卓が ADRC 事務局（9/25 決定）、ROK 3・4人目は教室型へ。</a:t>
            </a:r>
          </a:p>
          <a:p>
            <a:r>
              <a:rPr sz="650"/>
              <a:t>教室型は2人掛け×5卓×4列＝40席（Expo に再作図依頼）。* は卓上マイク（RT 発言用: Google・仙台副市長）。前方登壇者席は TS のみ。AUS は未登録のまま席を保持。</a:t>
            </a:r>
          </a:p>
        </p:txBody>
      </p:sp>
    </p:spTree>
    <p:extLst>
      <p:ext uri="{BB962C8B-B14F-4D97-AF65-F5344CB8AC3E}">
        <p14:creationId xmlns:p14="http://schemas.microsoft.com/office/powerpoint/2010/main" val="2319208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</TotalTime>
  <Words>98</Words>
  <Application>Microsoft Office PowerPoint</Application>
  <PresentationFormat>A4 210 x 297 mm</PresentationFormat>
  <Paragraphs>91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 UI</vt:lpstr>
      <vt:lpstr>Aptos</vt:lpstr>
      <vt:lpstr>Aptos Display</vt:lpstr>
      <vt:lpstr>Arial</vt:lpstr>
      <vt:lpstr>Calibri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ADRC_Kodama</dc:creator>
  <cp:lastModifiedBy>ADRC_Kodama</cp:lastModifiedBy>
  <cp:revision>6</cp:revision>
  <dcterms:created xsi:type="dcterms:W3CDTF">2025-12-12T06:11:27Z</dcterms:created>
  <dcterms:modified xsi:type="dcterms:W3CDTF">2026-09-26T04:35:49Z</dcterms:modified>
</cp:coreProperties>
</file>