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"/>
  </p:notes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BACC6"/>
    <a:srgbClr val="F2E4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>
        <p:scale>
          <a:sx n="200" d="100"/>
          <a:sy n="200" d="100"/>
        </p:scale>
        <p:origin x="-1392" y="-19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9D0730-7E90-4332-9297-A7D0A3E579F3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D889EB-9275-41A4-9FA6-DB4CF39EBF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0446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D889EB-9275-41A4-9FA6-DB4CF39EBF93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32895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61B0-7270-456C-AC74-1D0A7D8B8ED1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8287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61B0-7270-456C-AC74-1D0A7D8B8ED1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4446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61B0-7270-456C-AC74-1D0A7D8B8ED1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45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61B0-7270-456C-AC74-1D0A7D8B8ED1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5450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61B0-7270-456C-AC74-1D0A7D8B8ED1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5585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61B0-7270-456C-AC74-1D0A7D8B8ED1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5898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61B0-7270-456C-AC74-1D0A7D8B8ED1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8565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61B0-7270-456C-AC74-1D0A7D8B8ED1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3466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61B0-7270-456C-AC74-1D0A7D8B8ED1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4684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61B0-7270-456C-AC74-1D0A7D8B8ED1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7204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61B0-7270-456C-AC74-1D0A7D8B8ED1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32969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A961B0-7270-456C-AC74-1D0A7D8B8ED1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86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四角形: 角を丸くする 53">
            <a:extLst>
              <a:ext uri="{FF2B5EF4-FFF2-40B4-BE49-F238E27FC236}">
                <a16:creationId xmlns:a16="http://schemas.microsoft.com/office/drawing/2014/main" id="{F7208BB7-12A8-F85E-A647-D53AC26ACA91}"/>
              </a:ext>
            </a:extLst>
          </p:cNvPr>
          <p:cNvSpPr/>
          <p:nvPr/>
        </p:nvSpPr>
        <p:spPr>
          <a:xfrm>
            <a:off x="2029179" y="3122023"/>
            <a:ext cx="2701320" cy="1061967"/>
          </a:xfrm>
          <a:prstGeom prst="roundRect">
            <a:avLst/>
          </a:prstGeom>
          <a:solidFill>
            <a:srgbClr val="F2E4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5A332D2-8246-7F03-0928-5C9F39ECEC3D}"/>
              </a:ext>
            </a:extLst>
          </p:cNvPr>
          <p:cNvSpPr txBox="1"/>
          <p:nvPr/>
        </p:nvSpPr>
        <p:spPr>
          <a:xfrm>
            <a:off x="475488" y="0"/>
            <a:ext cx="58033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ACDR2026　配席表 最終案 10/1（Peridot 204-206）</a:t>
            </a:r>
          </a:p>
        </p:txBody>
      </p:sp>
      <p:grpSp>
        <p:nvGrpSpPr>
          <p:cNvPr id="94" name="グループ化 93">
            <a:extLst>
              <a:ext uri="{FF2B5EF4-FFF2-40B4-BE49-F238E27FC236}">
                <a16:creationId xmlns:a16="http://schemas.microsoft.com/office/drawing/2014/main" id="{0DBBAE20-CF2C-6873-655E-7B1F6E9A0671}"/>
              </a:ext>
            </a:extLst>
          </p:cNvPr>
          <p:cNvGrpSpPr/>
          <p:nvPr/>
        </p:nvGrpSpPr>
        <p:grpSpPr>
          <a:xfrm>
            <a:off x="2329831" y="3426358"/>
            <a:ext cx="825634" cy="406071"/>
            <a:chOff x="2329831" y="3426358"/>
            <a:chExt cx="825634" cy="406071"/>
          </a:xfrm>
        </p:grpSpPr>
        <p:sp>
          <p:nvSpPr>
            <p:cNvPr id="27" name="正方形/長方形 26">
              <a:extLst>
                <a:ext uri="{FF2B5EF4-FFF2-40B4-BE49-F238E27FC236}">
                  <a16:creationId xmlns:a16="http://schemas.microsoft.com/office/drawing/2014/main" id="{7AD27987-DE9B-8455-E20C-F526A542681A}"/>
                </a:ext>
              </a:extLst>
            </p:cNvPr>
            <p:cNvSpPr/>
            <p:nvPr/>
          </p:nvSpPr>
          <p:spPr>
            <a:xfrm rot="19847151">
              <a:off x="2329831" y="3640314"/>
              <a:ext cx="436779" cy="192115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1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0473CAB6-944C-2DD4-529B-BD7072CE9108}"/>
                </a:ext>
              </a:extLst>
            </p:cNvPr>
            <p:cNvSpPr/>
            <p:nvPr/>
          </p:nvSpPr>
          <p:spPr>
            <a:xfrm rot="19897458">
              <a:off x="2718686" y="3426358"/>
              <a:ext cx="436779" cy="192115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1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</p:grp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C3747975-35BB-591C-2F06-B991E98CDFF1}"/>
              </a:ext>
            </a:extLst>
          </p:cNvPr>
          <p:cNvSpPr/>
          <p:nvPr/>
        </p:nvSpPr>
        <p:spPr>
          <a:xfrm>
            <a:off x="2718668" y="7358833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member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grpSp>
        <p:nvGrpSpPr>
          <p:cNvPr id="70" name="グループ化 69">
            <a:extLst>
              <a:ext uri="{FF2B5EF4-FFF2-40B4-BE49-F238E27FC236}">
                <a16:creationId xmlns:a16="http://schemas.microsoft.com/office/drawing/2014/main" id="{21313B68-6A54-8771-957C-1A0EBC37C910}"/>
              </a:ext>
            </a:extLst>
          </p:cNvPr>
          <p:cNvGrpSpPr/>
          <p:nvPr/>
        </p:nvGrpSpPr>
        <p:grpSpPr>
          <a:xfrm>
            <a:off x="4083586" y="4643935"/>
            <a:ext cx="178614" cy="2906901"/>
            <a:chOff x="4083586" y="4643935"/>
            <a:chExt cx="178614" cy="2906901"/>
          </a:xfrm>
        </p:grpSpPr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3C1A60F3-E989-F838-3F7E-C9C1E905D3D6}"/>
                </a:ext>
              </a:extLst>
            </p:cNvPr>
            <p:cNvSpPr/>
            <p:nvPr/>
          </p:nvSpPr>
          <p:spPr>
            <a:xfrm rot="5400000">
              <a:off x="3937705" y="4789816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492FF4AF-D254-8964-DA03-3F13DC123F29}"/>
                </a:ext>
              </a:extLst>
            </p:cNvPr>
            <p:cNvSpPr/>
            <p:nvPr/>
          </p:nvSpPr>
          <p:spPr>
            <a:xfrm rot="5400000">
              <a:off x="3937705" y="5764426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0" lang="ja-JP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149B835A-E44B-A36D-7835-B6735F70F9F0}"/>
                </a:ext>
              </a:extLst>
            </p:cNvPr>
            <p:cNvSpPr/>
            <p:nvPr/>
          </p:nvSpPr>
          <p:spPr>
            <a:xfrm rot="5400000">
              <a:off x="3937705" y="5277121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0" lang="ja-JP" altLang="ja-JP" sz="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1D61DC77-4CF2-F927-94EF-0AC6A623BB72}"/>
                </a:ext>
              </a:extLst>
            </p:cNvPr>
            <p:cNvSpPr/>
            <p:nvPr/>
          </p:nvSpPr>
          <p:spPr>
            <a:xfrm rot="5400000">
              <a:off x="3937705" y="6251731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0" lang="ja-JP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32" name="正方形/長方形 31">
              <a:extLst>
                <a:ext uri="{FF2B5EF4-FFF2-40B4-BE49-F238E27FC236}">
                  <a16:creationId xmlns:a16="http://schemas.microsoft.com/office/drawing/2014/main" id="{3190FC1D-FD74-DFD2-4474-AB087FC0E1A3}"/>
                </a:ext>
              </a:extLst>
            </p:cNvPr>
            <p:cNvSpPr/>
            <p:nvPr/>
          </p:nvSpPr>
          <p:spPr>
            <a:xfrm rot="5400000">
              <a:off x="3937705" y="6739036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0" lang="ja-JP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34" name="正方形/長方形 33">
              <a:extLst>
                <a:ext uri="{FF2B5EF4-FFF2-40B4-BE49-F238E27FC236}">
                  <a16:creationId xmlns:a16="http://schemas.microsoft.com/office/drawing/2014/main" id="{199560F1-04DB-4AED-6B4D-60307828E957}"/>
                </a:ext>
              </a:extLst>
            </p:cNvPr>
            <p:cNvSpPr/>
            <p:nvPr/>
          </p:nvSpPr>
          <p:spPr>
            <a:xfrm rot="5400000">
              <a:off x="3937705" y="7226341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0" lang="ja-JP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</p:grpSp>
      <p:grpSp>
        <p:nvGrpSpPr>
          <p:cNvPr id="63" name="グループ化 62">
            <a:extLst>
              <a:ext uri="{FF2B5EF4-FFF2-40B4-BE49-F238E27FC236}">
                <a16:creationId xmlns:a16="http://schemas.microsoft.com/office/drawing/2014/main" id="{17323ABC-722E-D0F3-E927-1DD0C75A093D}"/>
              </a:ext>
            </a:extLst>
          </p:cNvPr>
          <p:cNvGrpSpPr/>
          <p:nvPr/>
        </p:nvGrpSpPr>
        <p:grpSpPr>
          <a:xfrm>
            <a:off x="2525445" y="4642328"/>
            <a:ext cx="178614" cy="2906442"/>
            <a:chOff x="2506393" y="4637565"/>
            <a:chExt cx="178614" cy="2906442"/>
          </a:xfrm>
        </p:grpSpPr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F932579E-E451-D7A3-EAFB-A5EAB7D8E51A}"/>
                </a:ext>
              </a:extLst>
            </p:cNvPr>
            <p:cNvSpPr/>
            <p:nvPr/>
          </p:nvSpPr>
          <p:spPr>
            <a:xfrm rot="5400000">
              <a:off x="2360512" y="4783446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D7347697-6942-A5E1-817B-F743011C8968}"/>
                </a:ext>
              </a:extLst>
            </p:cNvPr>
            <p:cNvSpPr/>
            <p:nvPr/>
          </p:nvSpPr>
          <p:spPr>
            <a:xfrm rot="5400000">
              <a:off x="2360512" y="5757872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1" lang="ja-JP" altLang="en-US" sz="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47F3187C-6A81-2B62-4CB0-C93212B696F7}"/>
                </a:ext>
              </a:extLst>
            </p:cNvPr>
            <p:cNvSpPr/>
            <p:nvPr/>
          </p:nvSpPr>
          <p:spPr>
            <a:xfrm rot="5400000">
              <a:off x="2360512" y="5270659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advisor</a:t>
              </a:r>
              <a:endParaRPr kumimoji="1" lang="ja-JP" altLang="en-US" sz="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25" name="正方形/長方形 24">
              <a:extLst>
                <a:ext uri="{FF2B5EF4-FFF2-40B4-BE49-F238E27FC236}">
                  <a16:creationId xmlns:a16="http://schemas.microsoft.com/office/drawing/2014/main" id="{C85194FB-678B-634F-91CD-0F2C91289EE2}"/>
                </a:ext>
              </a:extLst>
            </p:cNvPr>
            <p:cNvSpPr/>
            <p:nvPr/>
          </p:nvSpPr>
          <p:spPr>
            <a:xfrm rot="5400000">
              <a:off x="2360512" y="6245085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0" lang="ja-JP" altLang="ja-JP" sz="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36" name="正方形/長方形 35">
              <a:extLst>
                <a:ext uri="{FF2B5EF4-FFF2-40B4-BE49-F238E27FC236}">
                  <a16:creationId xmlns:a16="http://schemas.microsoft.com/office/drawing/2014/main" id="{90017BE9-91C4-8CD0-EE92-3F374D052AC8}"/>
                </a:ext>
              </a:extLst>
            </p:cNvPr>
            <p:cNvSpPr/>
            <p:nvPr/>
          </p:nvSpPr>
          <p:spPr>
            <a:xfrm rot="5400000">
              <a:off x="2360512" y="6732298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0" lang="ja-JP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38" name="正方形/長方形 37">
              <a:extLst>
                <a:ext uri="{FF2B5EF4-FFF2-40B4-BE49-F238E27FC236}">
                  <a16:creationId xmlns:a16="http://schemas.microsoft.com/office/drawing/2014/main" id="{4A4DF5EC-6889-CACA-A19D-00ECBBA3226E}"/>
                </a:ext>
              </a:extLst>
            </p:cNvPr>
            <p:cNvSpPr/>
            <p:nvPr/>
          </p:nvSpPr>
          <p:spPr>
            <a:xfrm rot="5400000">
              <a:off x="2360512" y="7219512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0" lang="ja-JP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</p:grp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6D8584E6-C71E-0F43-44DC-1EC9E4DC915A}"/>
              </a:ext>
            </a:extLst>
          </p:cNvPr>
          <p:cNvSpPr txBox="1"/>
          <p:nvPr/>
        </p:nvSpPr>
        <p:spPr>
          <a:xfrm>
            <a:off x="4320000" y="5214032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Viet Nam</a:t>
            </a:r>
          </a:p>
        </p:txBody>
      </p: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8936CACE-AE0C-27F7-DCE0-69912FF98B7A}"/>
              </a:ext>
            </a:extLst>
          </p:cNvPr>
          <p:cNvSpPr txBox="1"/>
          <p:nvPr/>
        </p:nvSpPr>
        <p:spPr>
          <a:xfrm>
            <a:off x="1980000" y="5196133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ja-JP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NZ</a:t>
            </a:r>
            <a:endParaRPr lang="ja-JP" altLang="ja-JP" sz="600" b="0" i="0" u="none" strike="noStrike" dirty="0">
              <a:solidFill>
                <a:srgbClr val="000000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E96D28C2-9A99-96C2-A2F3-1FF6221D12BD}"/>
              </a:ext>
            </a:extLst>
          </p:cNvPr>
          <p:cNvSpPr txBox="1"/>
          <p:nvPr/>
        </p:nvSpPr>
        <p:spPr>
          <a:xfrm>
            <a:off x="4320000" y="5457347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Uzbekistan</a:t>
            </a:r>
          </a:p>
        </p:txBody>
      </p:sp>
      <p:sp>
        <p:nvSpPr>
          <p:cNvPr id="71" name="テキスト ボックス 70">
            <a:extLst>
              <a:ext uri="{FF2B5EF4-FFF2-40B4-BE49-F238E27FC236}">
                <a16:creationId xmlns:a16="http://schemas.microsoft.com/office/drawing/2014/main" id="{3080ED1C-425E-D5F2-26DF-06159AF7CB04}"/>
              </a:ext>
            </a:extLst>
          </p:cNvPr>
          <p:cNvSpPr txBox="1"/>
          <p:nvPr/>
        </p:nvSpPr>
        <p:spPr>
          <a:xfrm>
            <a:off x="4320000" y="5699794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Turkiye</a:t>
            </a:r>
          </a:p>
        </p:txBody>
      </p:sp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FEF0A41B-F42C-A54B-527E-7370075B6B60}"/>
              </a:ext>
            </a:extLst>
          </p:cNvPr>
          <p:cNvSpPr txBox="1"/>
          <p:nvPr/>
        </p:nvSpPr>
        <p:spPr>
          <a:xfrm>
            <a:off x="4320000" y="5958886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Thailand</a:t>
            </a:r>
          </a:p>
        </p:txBody>
      </p: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EA0D0094-CFE9-4FA0-3E03-8FEF204A9BBC}"/>
              </a:ext>
            </a:extLst>
          </p:cNvPr>
          <p:cNvSpPr txBox="1"/>
          <p:nvPr/>
        </p:nvSpPr>
        <p:spPr>
          <a:xfrm>
            <a:off x="4320000" y="6207278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Sri Lanka</a:t>
            </a:r>
          </a:p>
        </p:txBody>
      </p:sp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65A779D0-D4B6-513C-43F7-7857ABEE0531}"/>
              </a:ext>
            </a:extLst>
          </p:cNvPr>
          <p:cNvSpPr txBox="1"/>
          <p:nvPr/>
        </p:nvSpPr>
        <p:spPr>
          <a:xfrm>
            <a:off x="4320000" y="6451604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ROK</a:t>
            </a:r>
          </a:p>
        </p:txBody>
      </p: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6EF6BFB9-C5EA-AB2E-5AB9-23951CC5148B}"/>
              </a:ext>
            </a:extLst>
          </p:cNvPr>
          <p:cNvSpPr txBox="1"/>
          <p:nvPr/>
        </p:nvSpPr>
        <p:spPr>
          <a:xfrm>
            <a:off x="4320000" y="6684598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PNG</a:t>
            </a:r>
          </a:p>
        </p:txBody>
      </p:sp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7230E3CF-2C69-78FC-355F-D3FE7734B380}"/>
              </a:ext>
            </a:extLst>
          </p:cNvPr>
          <p:cNvSpPr txBox="1"/>
          <p:nvPr/>
        </p:nvSpPr>
        <p:spPr>
          <a:xfrm>
            <a:off x="3664749" y="7588215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Maldives</a:t>
            </a:r>
          </a:p>
        </p:txBody>
      </p:sp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FD1AB3CE-7BB8-0184-03C2-4C91BB9F47D8}"/>
              </a:ext>
            </a:extLst>
          </p:cNvPr>
          <p:cNvSpPr txBox="1"/>
          <p:nvPr/>
        </p:nvSpPr>
        <p:spPr>
          <a:xfrm>
            <a:off x="3377183" y="7682816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Malaysia</a:t>
            </a:r>
          </a:p>
        </p:txBody>
      </p:sp>
      <p:sp>
        <p:nvSpPr>
          <p:cNvPr id="85" name="テキスト ボックス 84">
            <a:extLst>
              <a:ext uri="{FF2B5EF4-FFF2-40B4-BE49-F238E27FC236}">
                <a16:creationId xmlns:a16="http://schemas.microsoft.com/office/drawing/2014/main" id="{83FCC560-6F4D-4532-B5E2-C1132685646A}"/>
              </a:ext>
            </a:extLst>
          </p:cNvPr>
          <p:cNvSpPr txBox="1"/>
          <p:nvPr/>
        </p:nvSpPr>
        <p:spPr>
          <a:xfrm>
            <a:off x="3155484" y="7588215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Lao PDR</a:t>
            </a:r>
          </a:p>
        </p:txBody>
      </p:sp>
      <p:sp>
        <p:nvSpPr>
          <p:cNvPr id="87" name="テキスト ボックス 86">
            <a:extLst>
              <a:ext uri="{FF2B5EF4-FFF2-40B4-BE49-F238E27FC236}">
                <a16:creationId xmlns:a16="http://schemas.microsoft.com/office/drawing/2014/main" id="{13A8D2F2-5B72-C535-1237-DF90FC5AA7C9}"/>
              </a:ext>
            </a:extLst>
          </p:cNvPr>
          <p:cNvSpPr txBox="1"/>
          <p:nvPr/>
        </p:nvSpPr>
        <p:spPr>
          <a:xfrm>
            <a:off x="4320000" y="4971016"/>
            <a:ext cx="468000" cy="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Armenia</a:t>
            </a:r>
          </a:p>
        </p:txBody>
      </p:sp>
      <p:sp>
        <p:nvSpPr>
          <p:cNvPr id="89" name="テキスト ボックス 88">
            <a:extLst>
              <a:ext uri="{FF2B5EF4-FFF2-40B4-BE49-F238E27FC236}">
                <a16:creationId xmlns:a16="http://schemas.microsoft.com/office/drawing/2014/main" id="{6EF48BBD-6522-C357-44F8-A32F7EF08FA0}"/>
              </a:ext>
            </a:extLst>
          </p:cNvPr>
          <p:cNvSpPr txBox="1"/>
          <p:nvPr/>
        </p:nvSpPr>
        <p:spPr>
          <a:xfrm>
            <a:off x="1980000" y="5870143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Bangladesh</a:t>
            </a:r>
          </a:p>
        </p:txBody>
      </p:sp>
      <p:sp>
        <p:nvSpPr>
          <p:cNvPr id="91" name="テキスト ボックス 90">
            <a:extLst>
              <a:ext uri="{FF2B5EF4-FFF2-40B4-BE49-F238E27FC236}">
                <a16:creationId xmlns:a16="http://schemas.microsoft.com/office/drawing/2014/main" id="{DE95C956-8D49-B3D7-DC25-4A4AF490A7CF}"/>
              </a:ext>
            </a:extLst>
          </p:cNvPr>
          <p:cNvSpPr txBox="1"/>
          <p:nvPr/>
        </p:nvSpPr>
        <p:spPr>
          <a:xfrm>
            <a:off x="1980000" y="5663739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Azerbaijan</a:t>
            </a:r>
          </a:p>
        </p:txBody>
      </p:sp>
      <p:sp>
        <p:nvSpPr>
          <p:cNvPr id="93" name="テキスト ボックス 92">
            <a:extLst>
              <a:ext uri="{FF2B5EF4-FFF2-40B4-BE49-F238E27FC236}">
                <a16:creationId xmlns:a16="http://schemas.microsoft.com/office/drawing/2014/main" id="{F110F1C6-EB50-4DB2-65CC-D81560ED4EAF}"/>
              </a:ext>
            </a:extLst>
          </p:cNvPr>
          <p:cNvSpPr txBox="1"/>
          <p:nvPr/>
        </p:nvSpPr>
        <p:spPr>
          <a:xfrm>
            <a:off x="1980000" y="4962571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Singapore</a:t>
            </a:r>
          </a:p>
        </p:txBody>
      </p:sp>
      <p:sp>
        <p:nvSpPr>
          <p:cNvPr id="95" name="テキスト ボックス 94">
            <a:extLst>
              <a:ext uri="{FF2B5EF4-FFF2-40B4-BE49-F238E27FC236}">
                <a16:creationId xmlns:a16="http://schemas.microsoft.com/office/drawing/2014/main" id="{623FA521-06F1-908C-FCB3-45FCABE7A107}"/>
              </a:ext>
            </a:extLst>
          </p:cNvPr>
          <p:cNvSpPr txBox="1"/>
          <p:nvPr/>
        </p:nvSpPr>
        <p:spPr>
          <a:xfrm>
            <a:off x="1980000" y="4759601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Singapore</a:t>
            </a:r>
          </a:p>
        </p:txBody>
      </p:sp>
      <p:sp>
        <p:nvSpPr>
          <p:cNvPr id="97" name="テキスト ボックス 96">
            <a:extLst>
              <a:ext uri="{FF2B5EF4-FFF2-40B4-BE49-F238E27FC236}">
                <a16:creationId xmlns:a16="http://schemas.microsoft.com/office/drawing/2014/main" id="{F74FBB56-0A59-D035-B6C5-DDED0580D2B7}"/>
              </a:ext>
            </a:extLst>
          </p:cNvPr>
          <p:cNvSpPr txBox="1"/>
          <p:nvPr/>
        </p:nvSpPr>
        <p:spPr>
          <a:xfrm>
            <a:off x="1980000" y="5416003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AUS</a:t>
            </a:r>
          </a:p>
        </p:txBody>
      </p:sp>
      <p:sp>
        <p:nvSpPr>
          <p:cNvPr id="99" name="テキスト ボックス 98">
            <a:extLst>
              <a:ext uri="{FF2B5EF4-FFF2-40B4-BE49-F238E27FC236}">
                <a16:creationId xmlns:a16="http://schemas.microsoft.com/office/drawing/2014/main" id="{B7008125-43FE-3A56-BEB9-019CC5713A4B}"/>
              </a:ext>
            </a:extLst>
          </p:cNvPr>
          <p:cNvSpPr txBox="1"/>
          <p:nvPr/>
        </p:nvSpPr>
        <p:spPr>
          <a:xfrm>
            <a:off x="1980000" y="6150528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Bhutan</a:t>
            </a:r>
          </a:p>
        </p:txBody>
      </p:sp>
      <p:sp>
        <p:nvSpPr>
          <p:cNvPr id="101" name="テキスト ボックス 100">
            <a:extLst>
              <a:ext uri="{FF2B5EF4-FFF2-40B4-BE49-F238E27FC236}">
                <a16:creationId xmlns:a16="http://schemas.microsoft.com/office/drawing/2014/main" id="{07D38666-1737-B763-2749-592249C57E8B}"/>
              </a:ext>
            </a:extLst>
          </p:cNvPr>
          <p:cNvSpPr txBox="1"/>
          <p:nvPr/>
        </p:nvSpPr>
        <p:spPr>
          <a:xfrm>
            <a:off x="1980000" y="6365437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Brunei</a:t>
            </a:r>
          </a:p>
        </p:txBody>
      </p:sp>
      <p:sp>
        <p:nvSpPr>
          <p:cNvPr id="103" name="テキスト ボックス 102">
            <a:extLst>
              <a:ext uri="{FF2B5EF4-FFF2-40B4-BE49-F238E27FC236}">
                <a16:creationId xmlns:a16="http://schemas.microsoft.com/office/drawing/2014/main" id="{625361A0-0EEC-B4B5-EADB-61DA76865F0A}"/>
              </a:ext>
            </a:extLst>
          </p:cNvPr>
          <p:cNvSpPr txBox="1"/>
          <p:nvPr/>
        </p:nvSpPr>
        <p:spPr>
          <a:xfrm>
            <a:off x="1980000" y="6644203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Cambodia</a:t>
            </a:r>
          </a:p>
        </p:txBody>
      </p:sp>
      <p:sp>
        <p:nvSpPr>
          <p:cNvPr id="105" name="テキスト ボックス 104">
            <a:extLst>
              <a:ext uri="{FF2B5EF4-FFF2-40B4-BE49-F238E27FC236}">
                <a16:creationId xmlns:a16="http://schemas.microsoft.com/office/drawing/2014/main" id="{529DE3A3-C1C7-BCC5-C6C0-37C572F0B6A2}"/>
              </a:ext>
            </a:extLst>
          </p:cNvPr>
          <p:cNvSpPr txBox="1"/>
          <p:nvPr/>
        </p:nvSpPr>
        <p:spPr>
          <a:xfrm>
            <a:off x="1980000" y="6892621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Fiji</a:t>
            </a:r>
          </a:p>
        </p:txBody>
      </p:sp>
      <p:sp>
        <p:nvSpPr>
          <p:cNvPr id="107" name="テキスト ボックス 106">
            <a:extLst>
              <a:ext uri="{FF2B5EF4-FFF2-40B4-BE49-F238E27FC236}">
                <a16:creationId xmlns:a16="http://schemas.microsoft.com/office/drawing/2014/main" id="{0849F453-428E-C057-CCEA-83B956AED841}"/>
              </a:ext>
            </a:extLst>
          </p:cNvPr>
          <p:cNvSpPr txBox="1"/>
          <p:nvPr/>
        </p:nvSpPr>
        <p:spPr>
          <a:xfrm>
            <a:off x="1980000" y="7155568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India</a:t>
            </a:r>
          </a:p>
        </p:txBody>
      </p:sp>
      <p:sp>
        <p:nvSpPr>
          <p:cNvPr id="109" name="テキスト ボックス 108">
            <a:extLst>
              <a:ext uri="{FF2B5EF4-FFF2-40B4-BE49-F238E27FC236}">
                <a16:creationId xmlns:a16="http://schemas.microsoft.com/office/drawing/2014/main" id="{76D9C710-2898-DB5B-E9A2-AD407AE21438}"/>
              </a:ext>
            </a:extLst>
          </p:cNvPr>
          <p:cNvSpPr txBox="1"/>
          <p:nvPr/>
        </p:nvSpPr>
        <p:spPr>
          <a:xfrm>
            <a:off x="2937076" y="7682816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FF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Japan</a:t>
            </a:r>
          </a:p>
        </p:txBody>
      </p:sp>
      <p:sp>
        <p:nvSpPr>
          <p:cNvPr id="111" name="テキスト ボックス 110">
            <a:extLst>
              <a:ext uri="{FF2B5EF4-FFF2-40B4-BE49-F238E27FC236}">
                <a16:creationId xmlns:a16="http://schemas.microsoft.com/office/drawing/2014/main" id="{B18D39DC-957C-54F6-AB48-C3D077A9AFBB}"/>
              </a:ext>
            </a:extLst>
          </p:cNvPr>
          <p:cNvSpPr txBox="1"/>
          <p:nvPr/>
        </p:nvSpPr>
        <p:spPr>
          <a:xfrm>
            <a:off x="4321133" y="7195962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Myanmar</a:t>
            </a:r>
          </a:p>
        </p:txBody>
      </p:sp>
      <p:sp>
        <p:nvSpPr>
          <p:cNvPr id="113" name="テキスト ボックス 112">
            <a:extLst>
              <a:ext uri="{FF2B5EF4-FFF2-40B4-BE49-F238E27FC236}">
                <a16:creationId xmlns:a16="http://schemas.microsoft.com/office/drawing/2014/main" id="{8B340532-288F-7EDC-4FA2-3F0723E31CBD}"/>
              </a:ext>
            </a:extLst>
          </p:cNvPr>
          <p:cNvSpPr txBox="1"/>
          <p:nvPr/>
        </p:nvSpPr>
        <p:spPr>
          <a:xfrm>
            <a:off x="5187229" y="5194089"/>
            <a:ext cx="409366" cy="14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ADRC (Kitamoto)</a:t>
            </a:r>
          </a:p>
        </p:txBody>
      </p:sp>
      <p:sp>
        <p:nvSpPr>
          <p:cNvPr id="115" name="テキスト ボックス 114">
            <a:extLst>
              <a:ext uri="{FF2B5EF4-FFF2-40B4-BE49-F238E27FC236}">
                <a16:creationId xmlns:a16="http://schemas.microsoft.com/office/drawing/2014/main" id="{C122D04A-0882-0430-FD67-AB57461CB0F0}"/>
              </a:ext>
            </a:extLst>
          </p:cNvPr>
          <p:cNvSpPr txBox="1"/>
          <p:nvPr/>
        </p:nvSpPr>
        <p:spPr>
          <a:xfrm>
            <a:off x="4320000" y="4694584"/>
            <a:ext cx="409366" cy="14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ADRC (Miura)</a:t>
            </a:r>
          </a:p>
        </p:txBody>
      </p:sp>
      <p:sp>
        <p:nvSpPr>
          <p:cNvPr id="125" name="テキスト ボックス 124">
            <a:extLst>
              <a:ext uri="{FF2B5EF4-FFF2-40B4-BE49-F238E27FC236}">
                <a16:creationId xmlns:a16="http://schemas.microsoft.com/office/drawing/2014/main" id="{D67470C7-88EA-CFC6-AB62-1D4DAAF5B548}"/>
              </a:ext>
            </a:extLst>
          </p:cNvPr>
          <p:cNvSpPr txBox="1"/>
          <p:nvPr/>
        </p:nvSpPr>
        <p:spPr>
          <a:xfrm>
            <a:off x="1188000" y="4741982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Singapore</a:t>
            </a:r>
          </a:p>
        </p:txBody>
      </p:sp>
      <p:sp>
        <p:nvSpPr>
          <p:cNvPr id="127" name="テキスト ボックス 126">
            <a:extLst>
              <a:ext uri="{FF2B5EF4-FFF2-40B4-BE49-F238E27FC236}">
                <a16:creationId xmlns:a16="http://schemas.microsoft.com/office/drawing/2014/main" id="{4611572E-0F44-7FA8-21AD-7DBB8CE9C9E1}"/>
              </a:ext>
            </a:extLst>
          </p:cNvPr>
          <p:cNvSpPr txBox="1"/>
          <p:nvPr/>
        </p:nvSpPr>
        <p:spPr>
          <a:xfrm>
            <a:off x="1188000" y="4961852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Singapore</a:t>
            </a:r>
          </a:p>
        </p:txBody>
      </p:sp>
      <p:sp>
        <p:nvSpPr>
          <p:cNvPr id="129" name="テキスト ボックス 128">
            <a:extLst>
              <a:ext uri="{FF2B5EF4-FFF2-40B4-BE49-F238E27FC236}">
                <a16:creationId xmlns:a16="http://schemas.microsoft.com/office/drawing/2014/main" id="{F9B9D6FB-B62C-9E7D-C5FD-2065FFCC7EE1}"/>
              </a:ext>
            </a:extLst>
          </p:cNvPr>
          <p:cNvSpPr txBox="1"/>
          <p:nvPr/>
        </p:nvSpPr>
        <p:spPr>
          <a:xfrm>
            <a:off x="1188000" y="5226092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NZ</a:t>
            </a:r>
          </a:p>
        </p:txBody>
      </p:sp>
      <p:sp>
        <p:nvSpPr>
          <p:cNvPr id="131" name="テキスト ボックス 130">
            <a:extLst>
              <a:ext uri="{FF2B5EF4-FFF2-40B4-BE49-F238E27FC236}">
                <a16:creationId xmlns:a16="http://schemas.microsoft.com/office/drawing/2014/main" id="{DA652DD0-A33C-EA80-0E9F-2F3EA842B1DF}"/>
              </a:ext>
            </a:extLst>
          </p:cNvPr>
          <p:cNvSpPr txBox="1"/>
          <p:nvPr/>
        </p:nvSpPr>
        <p:spPr>
          <a:xfrm>
            <a:off x="1188000" y="5432496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NZ</a:t>
            </a:r>
          </a:p>
        </p:txBody>
      </p:sp>
      <p:sp>
        <p:nvSpPr>
          <p:cNvPr id="133" name="テキスト ボックス 132">
            <a:extLst>
              <a:ext uri="{FF2B5EF4-FFF2-40B4-BE49-F238E27FC236}">
                <a16:creationId xmlns:a16="http://schemas.microsoft.com/office/drawing/2014/main" id="{FDBE9FDD-CD5F-EAE2-307F-3BC542EAB60C}"/>
              </a:ext>
            </a:extLst>
          </p:cNvPr>
          <p:cNvSpPr txBox="1"/>
          <p:nvPr/>
        </p:nvSpPr>
        <p:spPr>
          <a:xfrm>
            <a:off x="1188000" y="5692569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Azerbaijan</a:t>
            </a:r>
          </a:p>
        </p:txBody>
      </p:sp>
      <p:sp>
        <p:nvSpPr>
          <p:cNvPr id="135" name="テキスト ボックス 134">
            <a:extLst>
              <a:ext uri="{FF2B5EF4-FFF2-40B4-BE49-F238E27FC236}">
                <a16:creationId xmlns:a16="http://schemas.microsoft.com/office/drawing/2014/main" id="{F3A852FA-887E-A813-3D7A-33CE02612617}"/>
              </a:ext>
            </a:extLst>
          </p:cNvPr>
          <p:cNvSpPr txBox="1"/>
          <p:nvPr/>
        </p:nvSpPr>
        <p:spPr>
          <a:xfrm>
            <a:off x="1188000" y="5910538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 err="1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Brunei</a:t>
            </a:r>
            <a:endParaRPr lang="en-GB" altLang="ja-JP" sz="600" u="none" strike="noStrike" dirty="0"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7" name="テキスト ボックス 136">
            <a:extLst>
              <a:ext uri="{FF2B5EF4-FFF2-40B4-BE49-F238E27FC236}">
                <a16:creationId xmlns:a16="http://schemas.microsoft.com/office/drawing/2014/main" id="{37977E01-4CDB-9867-8CE2-94B9E9B1A220}"/>
              </a:ext>
            </a:extLst>
          </p:cNvPr>
          <p:cNvSpPr txBox="1"/>
          <p:nvPr/>
        </p:nvSpPr>
        <p:spPr>
          <a:xfrm>
            <a:off x="1188000" y="6189304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 err="1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Fiji?</a:t>
            </a:r>
            <a:endParaRPr lang="en-GB" altLang="ja-JP" sz="600" u="none" strike="noStrike" dirty="0"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9" name="テキスト ボックス 138">
            <a:extLst>
              <a:ext uri="{FF2B5EF4-FFF2-40B4-BE49-F238E27FC236}">
                <a16:creationId xmlns:a16="http://schemas.microsoft.com/office/drawing/2014/main" id="{633048CE-D496-046B-41FF-43BC66DDBCA4}"/>
              </a:ext>
            </a:extLst>
          </p:cNvPr>
          <p:cNvSpPr txBox="1"/>
          <p:nvPr/>
        </p:nvSpPr>
        <p:spPr>
          <a:xfrm>
            <a:off x="1188000" y="6443663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India</a:t>
            </a:r>
          </a:p>
        </p:txBody>
      </p:sp>
      <p:sp>
        <p:nvSpPr>
          <p:cNvPr id="149" name="テキスト ボックス 148">
            <a:extLst>
              <a:ext uri="{FF2B5EF4-FFF2-40B4-BE49-F238E27FC236}">
                <a16:creationId xmlns:a16="http://schemas.microsoft.com/office/drawing/2014/main" id="{DFD4F889-3CFA-3E56-6F07-C58D4D8892BC}"/>
              </a:ext>
            </a:extLst>
          </p:cNvPr>
          <p:cNvSpPr txBox="1"/>
          <p:nvPr/>
        </p:nvSpPr>
        <p:spPr>
          <a:xfrm>
            <a:off x="5187229" y="6184786"/>
            <a:ext cx="503999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Turkiye</a:t>
            </a:r>
          </a:p>
        </p:txBody>
      </p:sp>
      <p:sp>
        <p:nvSpPr>
          <p:cNvPr id="151" name="テキスト ボックス 150">
            <a:extLst>
              <a:ext uri="{FF2B5EF4-FFF2-40B4-BE49-F238E27FC236}">
                <a16:creationId xmlns:a16="http://schemas.microsoft.com/office/drawing/2014/main" id="{838548F7-0037-9DC5-6AAF-5E6E71B2EB97}"/>
              </a:ext>
            </a:extLst>
          </p:cNvPr>
          <p:cNvSpPr txBox="1"/>
          <p:nvPr/>
        </p:nvSpPr>
        <p:spPr>
          <a:xfrm>
            <a:off x="5187229" y="5936369"/>
            <a:ext cx="503999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Uzbekistan</a:t>
            </a:r>
          </a:p>
        </p:txBody>
      </p:sp>
      <p:sp>
        <p:nvSpPr>
          <p:cNvPr id="153" name="テキスト ボックス 152">
            <a:extLst>
              <a:ext uri="{FF2B5EF4-FFF2-40B4-BE49-F238E27FC236}">
                <a16:creationId xmlns:a16="http://schemas.microsoft.com/office/drawing/2014/main" id="{885C367E-EB36-499B-7AC3-86D0B2579E64}"/>
              </a:ext>
            </a:extLst>
          </p:cNvPr>
          <p:cNvSpPr txBox="1"/>
          <p:nvPr/>
        </p:nvSpPr>
        <p:spPr>
          <a:xfrm>
            <a:off x="5179886" y="5481943"/>
            <a:ext cx="503999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Viet Nam</a:t>
            </a:r>
          </a:p>
        </p:txBody>
      </p:sp>
      <p:sp>
        <p:nvSpPr>
          <p:cNvPr id="161" name="テキスト ボックス 160">
            <a:extLst>
              <a:ext uri="{FF2B5EF4-FFF2-40B4-BE49-F238E27FC236}">
                <a16:creationId xmlns:a16="http://schemas.microsoft.com/office/drawing/2014/main" id="{2058DC3D-B375-5AB4-1047-40FAD8678075}"/>
              </a:ext>
            </a:extLst>
          </p:cNvPr>
          <p:cNvSpPr txBox="1"/>
          <p:nvPr/>
        </p:nvSpPr>
        <p:spPr>
          <a:xfrm>
            <a:off x="5187229" y="4912098"/>
            <a:ext cx="503999" cy="14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ADRC (Miyaki)</a:t>
            </a:r>
          </a:p>
        </p:txBody>
      </p:sp>
      <p:sp>
        <p:nvSpPr>
          <p:cNvPr id="163" name="テキスト ボックス 162">
            <a:extLst>
              <a:ext uri="{FF2B5EF4-FFF2-40B4-BE49-F238E27FC236}">
                <a16:creationId xmlns:a16="http://schemas.microsoft.com/office/drawing/2014/main" id="{0D18247A-3336-437F-15D8-516CA6179F93}"/>
              </a:ext>
            </a:extLst>
          </p:cNvPr>
          <p:cNvSpPr txBox="1"/>
          <p:nvPr/>
        </p:nvSpPr>
        <p:spPr>
          <a:xfrm>
            <a:off x="5179887" y="4696704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endParaRPr/>
          </a:p>
        </p:txBody>
      </p:sp>
      <p:sp>
        <p:nvSpPr>
          <p:cNvPr id="165" name="テキスト ボックス 164">
            <a:extLst>
              <a:ext uri="{FF2B5EF4-FFF2-40B4-BE49-F238E27FC236}">
                <a16:creationId xmlns:a16="http://schemas.microsoft.com/office/drawing/2014/main" id="{274D9DC6-FE2D-6664-BB59-CE7C57FCA490}"/>
              </a:ext>
            </a:extLst>
          </p:cNvPr>
          <p:cNvSpPr txBox="1"/>
          <p:nvPr/>
        </p:nvSpPr>
        <p:spPr>
          <a:xfrm>
            <a:off x="5187229" y="4929855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endParaRPr/>
          </a:p>
        </p:txBody>
      </p:sp>
      <p:sp>
        <p:nvSpPr>
          <p:cNvPr id="171" name="正方形/長方形 170">
            <a:extLst>
              <a:ext uri="{FF2B5EF4-FFF2-40B4-BE49-F238E27FC236}">
                <a16:creationId xmlns:a16="http://schemas.microsoft.com/office/drawing/2014/main" id="{62C5011E-D25C-59A7-8642-55FE5CBF6408}"/>
              </a:ext>
            </a:extLst>
          </p:cNvPr>
          <p:cNvSpPr/>
          <p:nvPr/>
        </p:nvSpPr>
        <p:spPr>
          <a:xfrm>
            <a:off x="3175592" y="7358833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member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173" name="正方形/長方形 172">
            <a:extLst>
              <a:ext uri="{FF2B5EF4-FFF2-40B4-BE49-F238E27FC236}">
                <a16:creationId xmlns:a16="http://schemas.microsoft.com/office/drawing/2014/main" id="{3AE43A6B-31B1-7AC9-C8CE-F2891DF8BD3D}"/>
              </a:ext>
            </a:extLst>
          </p:cNvPr>
          <p:cNvSpPr/>
          <p:nvPr/>
        </p:nvSpPr>
        <p:spPr>
          <a:xfrm>
            <a:off x="3632516" y="7358833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member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grpSp>
        <p:nvGrpSpPr>
          <p:cNvPr id="98" name="グループ化 97">
            <a:extLst>
              <a:ext uri="{FF2B5EF4-FFF2-40B4-BE49-F238E27FC236}">
                <a16:creationId xmlns:a16="http://schemas.microsoft.com/office/drawing/2014/main" id="{16C7021B-F6E3-0D55-C517-051B5D4CC714}"/>
              </a:ext>
            </a:extLst>
          </p:cNvPr>
          <p:cNvGrpSpPr/>
          <p:nvPr/>
        </p:nvGrpSpPr>
        <p:grpSpPr>
          <a:xfrm>
            <a:off x="3651043" y="3435884"/>
            <a:ext cx="813828" cy="415408"/>
            <a:chOff x="3651043" y="3435884"/>
            <a:chExt cx="813828" cy="415408"/>
          </a:xfrm>
        </p:grpSpPr>
        <p:sp>
          <p:nvSpPr>
            <p:cNvPr id="26" name="正方形/長方形 25">
              <a:extLst>
                <a:ext uri="{FF2B5EF4-FFF2-40B4-BE49-F238E27FC236}">
                  <a16:creationId xmlns:a16="http://schemas.microsoft.com/office/drawing/2014/main" id="{FF21DF63-3959-E86B-E9B6-E364C124474F}"/>
                </a:ext>
              </a:extLst>
            </p:cNvPr>
            <p:cNvSpPr/>
            <p:nvPr/>
          </p:nvSpPr>
          <p:spPr>
            <a:xfrm rot="1817373">
              <a:off x="3651043" y="3435884"/>
              <a:ext cx="436779" cy="192115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1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195" name="正方形/長方形 194">
              <a:extLst>
                <a:ext uri="{FF2B5EF4-FFF2-40B4-BE49-F238E27FC236}">
                  <a16:creationId xmlns:a16="http://schemas.microsoft.com/office/drawing/2014/main" id="{9785291B-B07C-1E6F-C831-7D4516BC64B5}"/>
                </a:ext>
              </a:extLst>
            </p:cNvPr>
            <p:cNvSpPr/>
            <p:nvPr/>
          </p:nvSpPr>
          <p:spPr>
            <a:xfrm rot="1817373">
              <a:off x="4028092" y="3659177"/>
              <a:ext cx="436779" cy="192115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1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</p:grpSp>
      <p:sp>
        <p:nvSpPr>
          <p:cNvPr id="196" name="正方形/長方形 180">
            <a:extLst>
              <a:ext uri="{FF2B5EF4-FFF2-40B4-BE49-F238E27FC236}">
                <a16:creationId xmlns:a16="http://schemas.microsoft.com/office/drawing/2014/main" id="{DCFFE979-6827-DEBF-E7A3-737DB0B82105}"/>
              </a:ext>
            </a:extLst>
          </p:cNvPr>
          <p:cNvSpPr/>
          <p:nvPr/>
        </p:nvSpPr>
        <p:spPr>
          <a:xfrm>
            <a:off x="2261960" y="782728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member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197" name="テキスト ボックス 144">
            <a:extLst>
              <a:ext uri="{FF2B5EF4-FFF2-40B4-BE49-F238E27FC236}">
                <a16:creationId xmlns:a16="http://schemas.microsoft.com/office/drawing/2014/main" id="{6451F370-7251-CA17-6373-FA7B8E90DF8F}"/>
              </a:ext>
            </a:extLst>
          </p:cNvPr>
          <p:cNvSpPr txBox="1"/>
          <p:nvPr/>
        </p:nvSpPr>
        <p:spPr>
          <a:xfrm>
            <a:off x="1260000" y="7174805"/>
            <a:ext cx="396000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endParaRPr/>
          </a:p>
        </p:txBody>
      </p:sp>
      <p:sp>
        <p:nvSpPr>
          <p:cNvPr id="198" name="テキスト ボックス 144">
            <a:extLst>
              <a:ext uri="{FF2B5EF4-FFF2-40B4-BE49-F238E27FC236}">
                <a16:creationId xmlns:a16="http://schemas.microsoft.com/office/drawing/2014/main" id="{6451F370-7251-CA17-6373-FA7B8E90DF8F}"/>
              </a:ext>
            </a:extLst>
          </p:cNvPr>
          <p:cNvSpPr txBox="1"/>
          <p:nvPr/>
        </p:nvSpPr>
        <p:spPr>
          <a:xfrm>
            <a:off x="1260000" y="7388768"/>
            <a:ext cx="396000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endParaRPr/>
          </a:p>
        </p:txBody>
      </p:sp>
      <p:sp>
        <p:nvSpPr>
          <p:cNvPr id="199" name="正方形/長方形 176">
            <a:extLst>
              <a:ext uri="{FF2B5EF4-FFF2-40B4-BE49-F238E27FC236}">
                <a16:creationId xmlns:a16="http://schemas.microsoft.com/office/drawing/2014/main" id="{05B579E1-AA55-878D-A7FE-D0AF2F6EF8F3}"/>
              </a:ext>
            </a:extLst>
          </p:cNvPr>
          <p:cNvSpPr/>
          <p:nvPr/>
        </p:nvSpPr>
        <p:spPr>
          <a:xfrm>
            <a:off x="2718776" y="782728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member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00" name="テキスト ボックス 166">
            <a:extLst>
              <a:ext uri="{FF2B5EF4-FFF2-40B4-BE49-F238E27FC236}">
                <a16:creationId xmlns:a16="http://schemas.microsoft.com/office/drawing/2014/main" id="{EDBECD81-6FB8-2D33-08E5-262BE06B316D}"/>
              </a:ext>
            </a:extLst>
          </p:cNvPr>
          <p:cNvSpPr txBox="1"/>
          <p:nvPr/>
        </p:nvSpPr>
        <p:spPr>
          <a:xfrm>
            <a:off x="4320000" y="8506226"/>
            <a:ext cx="163506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ROK</a:t>
            </a:r>
          </a:p>
        </p:txBody>
      </p:sp>
      <p:sp>
        <p:nvSpPr>
          <p:cNvPr id="202" name="正方形/長方形 186">
            <a:extLst>
              <a:ext uri="{FF2B5EF4-FFF2-40B4-BE49-F238E27FC236}">
                <a16:creationId xmlns:a16="http://schemas.microsoft.com/office/drawing/2014/main" id="{691FF50D-B26B-3AE6-972B-AB9315D96FA0}"/>
              </a:ext>
            </a:extLst>
          </p:cNvPr>
          <p:cNvSpPr/>
          <p:nvPr/>
        </p:nvSpPr>
        <p:spPr>
          <a:xfrm>
            <a:off x="3175592" y="782728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resource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03" name="テキスト ボックス 144">
            <a:extLst>
              <a:ext uri="{FF2B5EF4-FFF2-40B4-BE49-F238E27FC236}">
                <a16:creationId xmlns:a16="http://schemas.microsoft.com/office/drawing/2014/main" id="{6451F370-7251-CA17-6373-FA7B8E90DF8F}"/>
              </a:ext>
            </a:extLst>
          </p:cNvPr>
          <p:cNvSpPr txBox="1"/>
          <p:nvPr/>
        </p:nvSpPr>
        <p:spPr>
          <a:xfrm>
            <a:off x="3632407" y="8041732"/>
            <a:ext cx="324000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Google *</a:t>
            </a:r>
            <a:endParaRPr lang="en-GB" altLang="ja-JP" sz="600" b="1" u="none" strike="noStrike" dirty="0">
              <a:solidFill>
                <a:srgbClr val="C00000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4" name="テキスト ボックス 144">
            <a:extLst>
              <a:ext uri="{FF2B5EF4-FFF2-40B4-BE49-F238E27FC236}">
                <a16:creationId xmlns:a16="http://schemas.microsoft.com/office/drawing/2014/main" id="{6451F370-7251-CA17-6373-FA7B8E90DF8F}"/>
              </a:ext>
            </a:extLst>
          </p:cNvPr>
          <p:cNvSpPr txBox="1"/>
          <p:nvPr/>
        </p:nvSpPr>
        <p:spPr>
          <a:xfrm>
            <a:off x="2278807" y="8064606"/>
            <a:ext cx="380000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FF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Japan</a:t>
            </a:r>
          </a:p>
        </p:txBody>
      </p:sp>
      <p:sp>
        <p:nvSpPr>
          <p:cNvPr id="205" name="正方形/長方形 180">
            <a:extLst>
              <a:ext uri="{FF2B5EF4-FFF2-40B4-BE49-F238E27FC236}">
                <a16:creationId xmlns:a16="http://schemas.microsoft.com/office/drawing/2014/main" id="{DCFFE979-6827-DEBF-E7A3-737DB0B82105}"/>
              </a:ext>
            </a:extLst>
          </p:cNvPr>
          <p:cNvSpPr/>
          <p:nvPr/>
        </p:nvSpPr>
        <p:spPr>
          <a:xfrm>
            <a:off x="3632408" y="782728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resource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06" name="テキスト ボックス 144">
            <a:extLst>
              <a:ext uri="{FF2B5EF4-FFF2-40B4-BE49-F238E27FC236}">
                <a16:creationId xmlns:a16="http://schemas.microsoft.com/office/drawing/2014/main" id="{6451F370-7251-CA17-6373-FA7B8E90DF8F}"/>
              </a:ext>
            </a:extLst>
          </p:cNvPr>
          <p:cNvSpPr txBox="1"/>
          <p:nvPr/>
        </p:nvSpPr>
        <p:spPr>
          <a:xfrm>
            <a:off x="4091632" y="8062975"/>
            <a:ext cx="216000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ADB</a:t>
            </a:r>
          </a:p>
        </p:txBody>
      </p:sp>
      <p:sp>
        <p:nvSpPr>
          <p:cNvPr id="207" name="テキスト ボックス 144">
            <a:extLst>
              <a:ext uri="{FF2B5EF4-FFF2-40B4-BE49-F238E27FC236}">
                <a16:creationId xmlns:a16="http://schemas.microsoft.com/office/drawing/2014/main" id="{6451F370-7251-CA17-6373-FA7B8E90DF8F}"/>
              </a:ext>
            </a:extLst>
          </p:cNvPr>
          <p:cNvSpPr txBox="1"/>
          <p:nvPr/>
        </p:nvSpPr>
        <p:spPr>
          <a:xfrm>
            <a:off x="1249946" y="7394950"/>
            <a:ext cx="396000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AHA Centre</a:t>
            </a:r>
          </a:p>
        </p:txBody>
      </p:sp>
      <p:sp>
        <p:nvSpPr>
          <p:cNvPr id="208" name="正方形/長方形 180">
            <a:extLst>
              <a:ext uri="{FF2B5EF4-FFF2-40B4-BE49-F238E27FC236}">
                <a16:creationId xmlns:a16="http://schemas.microsoft.com/office/drawing/2014/main" id="{DCFFE979-6827-DEBF-E7A3-737DB0B82105}"/>
              </a:ext>
            </a:extLst>
          </p:cNvPr>
          <p:cNvSpPr/>
          <p:nvPr/>
        </p:nvSpPr>
        <p:spPr>
          <a:xfrm>
            <a:off x="4089224" y="782728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partner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09" name="テキスト ボックス 144">
            <a:extLst>
              <a:ext uri="{FF2B5EF4-FFF2-40B4-BE49-F238E27FC236}">
                <a16:creationId xmlns:a16="http://schemas.microsoft.com/office/drawing/2014/main" id="{6451F370-7251-CA17-6373-FA7B8E90DF8F}"/>
              </a:ext>
            </a:extLst>
          </p:cNvPr>
          <p:cNvSpPr txBox="1"/>
          <p:nvPr/>
        </p:nvSpPr>
        <p:spPr>
          <a:xfrm>
            <a:off x="1437992" y="6913339"/>
            <a:ext cx="218008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ADPC</a:t>
            </a:r>
          </a:p>
        </p:txBody>
      </p:sp>
      <p:sp>
        <p:nvSpPr>
          <p:cNvPr id="210" name="テキスト ボックス 144">
            <a:extLst>
              <a:ext uri="{FF2B5EF4-FFF2-40B4-BE49-F238E27FC236}">
                <a16:creationId xmlns:a16="http://schemas.microsoft.com/office/drawing/2014/main" id="{6451F370-7251-CA17-6373-FA7B8E90DF8F}"/>
              </a:ext>
            </a:extLst>
          </p:cNvPr>
          <p:cNvSpPr txBox="1"/>
          <p:nvPr/>
        </p:nvSpPr>
        <p:spPr>
          <a:xfrm>
            <a:off x="1454099" y="7155567"/>
            <a:ext cx="218008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ADPC</a:t>
            </a:r>
          </a:p>
        </p:txBody>
      </p:sp>
      <p:sp>
        <p:nvSpPr>
          <p:cNvPr id="211" name="正方形/長方形 180">
            <a:extLst>
              <a:ext uri="{FF2B5EF4-FFF2-40B4-BE49-F238E27FC236}">
                <a16:creationId xmlns:a16="http://schemas.microsoft.com/office/drawing/2014/main" id="{DCFFE979-6827-DEBF-E7A3-737DB0B82105}"/>
              </a:ext>
            </a:extLst>
          </p:cNvPr>
          <p:cNvSpPr/>
          <p:nvPr/>
        </p:nvSpPr>
        <p:spPr>
          <a:xfrm>
            <a:off x="2261960" y="822728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member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14" name="正方形/長方形 180">
            <a:extLst>
              <a:ext uri="{FF2B5EF4-FFF2-40B4-BE49-F238E27FC236}">
                <a16:creationId xmlns:a16="http://schemas.microsoft.com/office/drawing/2014/main" id="{DCFFE979-6827-DEBF-E7A3-737DB0B82105}"/>
              </a:ext>
            </a:extLst>
          </p:cNvPr>
          <p:cNvSpPr/>
          <p:nvPr/>
        </p:nvSpPr>
        <p:spPr>
          <a:xfrm>
            <a:off x="2718776" y="822728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member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15" name="正方形/長方形 180">
            <a:extLst>
              <a:ext uri="{FF2B5EF4-FFF2-40B4-BE49-F238E27FC236}">
                <a16:creationId xmlns:a16="http://schemas.microsoft.com/office/drawing/2014/main" id="{DCFFE979-6827-DEBF-E7A3-737DB0B82105}"/>
              </a:ext>
            </a:extLst>
          </p:cNvPr>
          <p:cNvSpPr/>
          <p:nvPr/>
        </p:nvSpPr>
        <p:spPr>
          <a:xfrm>
            <a:off x="3175592" y="8229712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general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16" name="正方形/長方形 180">
            <a:extLst>
              <a:ext uri="{FF2B5EF4-FFF2-40B4-BE49-F238E27FC236}">
                <a16:creationId xmlns:a16="http://schemas.microsoft.com/office/drawing/2014/main" id="{DCFFE979-6827-DEBF-E7A3-737DB0B82105}"/>
              </a:ext>
            </a:extLst>
          </p:cNvPr>
          <p:cNvSpPr/>
          <p:nvPr/>
        </p:nvSpPr>
        <p:spPr>
          <a:xfrm>
            <a:off x="3632408" y="822728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general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17" name="正方形/長方形 180">
            <a:extLst>
              <a:ext uri="{FF2B5EF4-FFF2-40B4-BE49-F238E27FC236}">
                <a16:creationId xmlns:a16="http://schemas.microsoft.com/office/drawing/2014/main" id="{DCFFE979-6827-DEBF-E7A3-737DB0B82105}"/>
              </a:ext>
            </a:extLst>
          </p:cNvPr>
          <p:cNvSpPr/>
          <p:nvPr/>
        </p:nvSpPr>
        <p:spPr>
          <a:xfrm>
            <a:off x="4089224" y="822728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member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18" name="正方形/長方形 180">
            <a:extLst>
              <a:ext uri="{FF2B5EF4-FFF2-40B4-BE49-F238E27FC236}">
                <a16:creationId xmlns:a16="http://schemas.microsoft.com/office/drawing/2014/main" id="{DCFFE979-6827-DEBF-E7A3-737DB0B82105}"/>
              </a:ext>
            </a:extLst>
          </p:cNvPr>
          <p:cNvSpPr/>
          <p:nvPr/>
        </p:nvSpPr>
        <p:spPr>
          <a:xfrm>
            <a:off x="2261960" y="8627286"/>
            <a:ext cx="436816" cy="192003"/>
          </a:xfrm>
          <a:prstGeom prst="rect">
            <a:avLst/>
          </a:prstGeom>
          <a:solidFill>
            <a:schemeClr val="accent2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ADRC Sec.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19" name="正方形/長方形 180">
            <a:extLst>
              <a:ext uri="{FF2B5EF4-FFF2-40B4-BE49-F238E27FC236}">
                <a16:creationId xmlns:a16="http://schemas.microsoft.com/office/drawing/2014/main" id="{DCFFE979-6827-DEBF-E7A3-737DB0B82105}"/>
              </a:ext>
            </a:extLst>
          </p:cNvPr>
          <p:cNvSpPr/>
          <p:nvPr/>
        </p:nvSpPr>
        <p:spPr>
          <a:xfrm>
            <a:off x="2718776" y="862728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general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20" name="正方形/長方形 180">
            <a:extLst>
              <a:ext uri="{FF2B5EF4-FFF2-40B4-BE49-F238E27FC236}">
                <a16:creationId xmlns:a16="http://schemas.microsoft.com/office/drawing/2014/main" id="{DCFFE979-6827-DEBF-E7A3-737DB0B82105}"/>
              </a:ext>
            </a:extLst>
          </p:cNvPr>
          <p:cNvSpPr/>
          <p:nvPr/>
        </p:nvSpPr>
        <p:spPr>
          <a:xfrm>
            <a:off x="3175592" y="862728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general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21" name="正方形/長方形 180">
            <a:extLst>
              <a:ext uri="{FF2B5EF4-FFF2-40B4-BE49-F238E27FC236}">
                <a16:creationId xmlns:a16="http://schemas.microsoft.com/office/drawing/2014/main" id="{DCFFE979-6827-DEBF-E7A3-737DB0B82105}"/>
              </a:ext>
            </a:extLst>
          </p:cNvPr>
          <p:cNvSpPr/>
          <p:nvPr/>
        </p:nvSpPr>
        <p:spPr>
          <a:xfrm>
            <a:off x="3632408" y="862728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general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4653FE8-07B0-44C9-0C57-A8A27F6FDC6C}"/>
              </a:ext>
            </a:extLst>
          </p:cNvPr>
          <p:cNvSpPr txBox="1"/>
          <p:nvPr/>
        </p:nvSpPr>
        <p:spPr>
          <a:xfrm>
            <a:off x="3910634" y="7678042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Mongolia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9501238-855A-295D-78A9-C0A414880A1E}"/>
              </a:ext>
            </a:extLst>
          </p:cNvPr>
          <p:cNvSpPr txBox="1"/>
          <p:nvPr/>
        </p:nvSpPr>
        <p:spPr>
          <a:xfrm>
            <a:off x="5179887" y="4772504"/>
            <a:ext cx="409366" cy="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endParaRPr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1F9DC028-13EE-D2C6-D5AE-B224950696DF}"/>
              </a:ext>
            </a:extLst>
          </p:cNvPr>
          <p:cNvSpPr txBox="1"/>
          <p:nvPr/>
        </p:nvSpPr>
        <p:spPr>
          <a:xfrm>
            <a:off x="5187229" y="5417926"/>
            <a:ext cx="409366" cy="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endParaRPr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8F8574DB-5984-3F93-EC90-9BDDBE19C1E4}"/>
              </a:ext>
            </a:extLst>
          </p:cNvPr>
          <p:cNvSpPr/>
          <p:nvPr/>
        </p:nvSpPr>
        <p:spPr>
          <a:xfrm rot="5400000">
            <a:off x="4812230" y="3815362"/>
            <a:ext cx="470376" cy="178614"/>
          </a:xfrm>
          <a:prstGeom prst="rect">
            <a:avLst/>
          </a:prstGeom>
          <a:solidFill>
            <a:schemeClr val="accent2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rPr>
              <a:t>ADRC Sec.</a:t>
            </a:r>
            <a:endParaRPr kumimoji="1" lang="ja-JP" altLang="en-US" sz="6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4407015B-F057-DAFC-1636-9BE56A97EC4E}"/>
              </a:ext>
            </a:extLst>
          </p:cNvPr>
          <p:cNvSpPr/>
          <p:nvPr/>
        </p:nvSpPr>
        <p:spPr>
          <a:xfrm rot="5400000">
            <a:off x="4812155" y="3318647"/>
            <a:ext cx="470376" cy="17861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rPr>
              <a:t>AV</a:t>
            </a:r>
            <a:endParaRPr kumimoji="1" lang="ja-JP" altLang="en-US" sz="6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DC895F9B-3B6D-66A9-D251-31BC87E22F1D}"/>
              </a:ext>
            </a:extLst>
          </p:cNvPr>
          <p:cNvSpPr txBox="1"/>
          <p:nvPr/>
        </p:nvSpPr>
        <p:spPr>
          <a:xfrm>
            <a:off x="3377183" y="8532572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JAXA</a:t>
            </a: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9EE1E316-4180-3E02-F4EC-4529BE0693D5}"/>
              </a:ext>
            </a:extLst>
          </p:cNvPr>
          <p:cNvSpPr txBox="1"/>
          <p:nvPr/>
        </p:nvSpPr>
        <p:spPr>
          <a:xfrm>
            <a:off x="3203042" y="8041732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JAXA</a:t>
            </a:r>
          </a:p>
        </p:txBody>
      </p:sp>
      <p:sp>
        <p:nvSpPr>
          <p:cNvPr id="64" name="テキスト ボックス 144">
            <a:extLst>
              <a:ext uri="{FF2B5EF4-FFF2-40B4-BE49-F238E27FC236}">
                <a16:creationId xmlns:a16="http://schemas.microsoft.com/office/drawing/2014/main" id="{9C2A582F-99E6-0B88-8647-3AEFD79ACC22}"/>
              </a:ext>
            </a:extLst>
          </p:cNvPr>
          <p:cNvSpPr txBox="1"/>
          <p:nvPr/>
        </p:nvSpPr>
        <p:spPr>
          <a:xfrm>
            <a:off x="3756547" y="8134527"/>
            <a:ext cx="251672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Nepal</a:t>
            </a:r>
          </a:p>
        </p:txBody>
      </p:sp>
      <p:sp>
        <p:nvSpPr>
          <p:cNvPr id="68" name="テキスト ボックス 144">
            <a:extLst>
              <a:ext uri="{FF2B5EF4-FFF2-40B4-BE49-F238E27FC236}">
                <a16:creationId xmlns:a16="http://schemas.microsoft.com/office/drawing/2014/main" id="{7A4684C1-F671-F71E-E47A-D4652D88B21D}"/>
              </a:ext>
            </a:extLst>
          </p:cNvPr>
          <p:cNvSpPr txBox="1"/>
          <p:nvPr/>
        </p:nvSpPr>
        <p:spPr>
          <a:xfrm>
            <a:off x="4114868" y="8440904"/>
            <a:ext cx="251672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ROK</a:t>
            </a:r>
          </a:p>
        </p:txBody>
      </p:sp>
      <p:grpSp>
        <p:nvGrpSpPr>
          <p:cNvPr id="86" name="グループ化 85">
            <a:extLst>
              <a:ext uri="{FF2B5EF4-FFF2-40B4-BE49-F238E27FC236}">
                <a16:creationId xmlns:a16="http://schemas.microsoft.com/office/drawing/2014/main" id="{37079589-33D8-1445-F150-A90CB1D32C36}"/>
              </a:ext>
            </a:extLst>
          </p:cNvPr>
          <p:cNvGrpSpPr/>
          <p:nvPr/>
        </p:nvGrpSpPr>
        <p:grpSpPr>
          <a:xfrm>
            <a:off x="1711236" y="4647992"/>
            <a:ext cx="178614" cy="2896015"/>
            <a:chOff x="1711236" y="4647992"/>
            <a:chExt cx="178614" cy="2896015"/>
          </a:xfrm>
        </p:grpSpPr>
        <p:sp>
          <p:nvSpPr>
            <p:cNvPr id="53" name="正方形/長方形 52">
              <a:extLst>
                <a:ext uri="{FF2B5EF4-FFF2-40B4-BE49-F238E27FC236}">
                  <a16:creationId xmlns:a16="http://schemas.microsoft.com/office/drawing/2014/main" id="{700C1B2A-1DF0-3986-B0B8-EBC97FFF705C}"/>
                </a:ext>
              </a:extLst>
            </p:cNvPr>
            <p:cNvSpPr/>
            <p:nvPr/>
          </p:nvSpPr>
          <p:spPr>
            <a:xfrm rot="5400000">
              <a:off x="1565355" y="5764129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0" lang="ja-JP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55" name="正方形/長方形 54">
              <a:extLst>
                <a:ext uri="{FF2B5EF4-FFF2-40B4-BE49-F238E27FC236}">
                  <a16:creationId xmlns:a16="http://schemas.microsoft.com/office/drawing/2014/main" id="{945E6FF5-D9BA-F0D8-B5A7-96B357EFFCF1}"/>
                </a:ext>
              </a:extLst>
            </p:cNvPr>
            <p:cNvSpPr/>
            <p:nvPr/>
          </p:nvSpPr>
          <p:spPr>
            <a:xfrm rot="5400000">
              <a:off x="1565355" y="6249257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0" lang="ja-JP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50" name="正方形/長方形 49">
              <a:extLst>
                <a:ext uri="{FF2B5EF4-FFF2-40B4-BE49-F238E27FC236}">
                  <a16:creationId xmlns:a16="http://schemas.microsoft.com/office/drawing/2014/main" id="{0B647ED0-614C-A354-8E67-9388150BFF88}"/>
                </a:ext>
              </a:extLst>
            </p:cNvPr>
            <p:cNvSpPr/>
            <p:nvPr/>
          </p:nvSpPr>
          <p:spPr>
            <a:xfrm rot="5400000">
              <a:off x="1565355" y="6734385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0" lang="ja-JP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51" name="正方形/長方形 50">
              <a:extLst>
                <a:ext uri="{FF2B5EF4-FFF2-40B4-BE49-F238E27FC236}">
                  <a16:creationId xmlns:a16="http://schemas.microsoft.com/office/drawing/2014/main" id="{2176C9F1-8DF5-EAA2-7BC5-5286C9B4B9F3}"/>
                </a:ext>
              </a:extLst>
            </p:cNvPr>
            <p:cNvSpPr/>
            <p:nvPr/>
          </p:nvSpPr>
          <p:spPr>
            <a:xfrm rot="5400000">
              <a:off x="1565355" y="7219512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partner</a:t>
              </a:r>
              <a:endParaRPr kumimoji="0" lang="ja-JP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72" name="正方形/長方形 71">
              <a:extLst>
                <a:ext uri="{FF2B5EF4-FFF2-40B4-BE49-F238E27FC236}">
                  <a16:creationId xmlns:a16="http://schemas.microsoft.com/office/drawing/2014/main" id="{6692D1C1-0754-F832-38B7-DC197E75AAAE}"/>
                </a:ext>
              </a:extLst>
            </p:cNvPr>
            <p:cNvSpPr/>
            <p:nvPr/>
          </p:nvSpPr>
          <p:spPr>
            <a:xfrm rot="5400000">
              <a:off x="1565355" y="5279001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0" lang="ja-JP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76" name="正方形/長方形 75">
              <a:extLst>
                <a:ext uri="{FF2B5EF4-FFF2-40B4-BE49-F238E27FC236}">
                  <a16:creationId xmlns:a16="http://schemas.microsoft.com/office/drawing/2014/main" id="{27B2054D-EC89-AA57-D4E6-013866F36385}"/>
                </a:ext>
              </a:extLst>
            </p:cNvPr>
            <p:cNvSpPr/>
            <p:nvPr/>
          </p:nvSpPr>
          <p:spPr>
            <a:xfrm rot="5400000">
              <a:off x="1565355" y="4793873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0" lang="ja-JP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</p:grpSp>
      <p:sp>
        <p:nvSpPr>
          <p:cNvPr id="80" name="テキスト ボックス 79">
            <a:extLst>
              <a:ext uri="{FF2B5EF4-FFF2-40B4-BE49-F238E27FC236}">
                <a16:creationId xmlns:a16="http://schemas.microsoft.com/office/drawing/2014/main" id="{E497BA2D-96B4-0887-1A2D-8A6DA9E0E0FB}"/>
              </a:ext>
            </a:extLst>
          </p:cNvPr>
          <p:cNvSpPr txBox="1"/>
          <p:nvPr/>
        </p:nvSpPr>
        <p:spPr>
          <a:xfrm>
            <a:off x="1188000" y="6684819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India</a:t>
            </a:r>
          </a:p>
        </p:txBody>
      </p:sp>
      <p:sp>
        <p:nvSpPr>
          <p:cNvPr id="84" name="テキスト ボックス 83">
            <a:extLst>
              <a:ext uri="{FF2B5EF4-FFF2-40B4-BE49-F238E27FC236}">
                <a16:creationId xmlns:a16="http://schemas.microsoft.com/office/drawing/2014/main" id="{FEDC7B12-4EB4-428B-DA9C-C69544F8199C}"/>
              </a:ext>
            </a:extLst>
          </p:cNvPr>
          <p:cNvSpPr txBox="1"/>
          <p:nvPr/>
        </p:nvSpPr>
        <p:spPr>
          <a:xfrm>
            <a:off x="1353872" y="6953734"/>
            <a:ext cx="304684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endParaRPr/>
          </a:p>
        </p:txBody>
      </p:sp>
      <p:sp>
        <p:nvSpPr>
          <p:cNvPr id="4" name="テキスト ボックス 166">
            <a:extLst>
              <a:ext uri="{FF2B5EF4-FFF2-40B4-BE49-F238E27FC236}">
                <a16:creationId xmlns:a16="http://schemas.microsoft.com/office/drawing/2014/main" id="{AE2CC6EB-5911-A50B-1E54-C6CB9F19A536}"/>
              </a:ext>
            </a:extLst>
          </p:cNvPr>
          <p:cNvSpPr txBox="1"/>
          <p:nvPr/>
        </p:nvSpPr>
        <p:spPr>
          <a:xfrm>
            <a:off x="5187229" y="6458088"/>
            <a:ext cx="503999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ROK</a:t>
            </a:r>
          </a:p>
        </p:txBody>
      </p:sp>
      <p:sp>
        <p:nvSpPr>
          <p:cNvPr id="7" name="テキスト ボックス 166">
            <a:extLst>
              <a:ext uri="{FF2B5EF4-FFF2-40B4-BE49-F238E27FC236}">
                <a16:creationId xmlns:a16="http://schemas.microsoft.com/office/drawing/2014/main" id="{334C5F02-6025-1F76-B885-96D235769344}"/>
              </a:ext>
            </a:extLst>
          </p:cNvPr>
          <p:cNvSpPr txBox="1"/>
          <p:nvPr/>
        </p:nvSpPr>
        <p:spPr>
          <a:xfrm>
            <a:off x="3850816" y="8546495"/>
            <a:ext cx="168316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JICA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9959B517-7C70-1A64-9418-9FC9EBA9EE71}"/>
              </a:ext>
            </a:extLst>
          </p:cNvPr>
          <p:cNvSpPr txBox="1"/>
          <p:nvPr/>
        </p:nvSpPr>
        <p:spPr>
          <a:xfrm>
            <a:off x="5187229" y="5713138"/>
            <a:ext cx="503999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Viet Nam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321583BB-8EFF-0C50-BB44-FE801A77DC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3256" y="388570"/>
            <a:ext cx="3084101" cy="2732887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8DF67ED-41A0-8BC8-B7FA-653D1B949F3D}"/>
              </a:ext>
            </a:extLst>
          </p:cNvPr>
          <p:cNvSpPr/>
          <p:nvPr/>
        </p:nvSpPr>
        <p:spPr>
          <a:xfrm>
            <a:off x="1611163" y="338554"/>
            <a:ext cx="409366" cy="8818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5974E23B-7F15-BE3B-564D-2F76350CF7C4}"/>
              </a:ext>
            </a:extLst>
          </p:cNvPr>
          <p:cNvSpPr/>
          <p:nvPr/>
        </p:nvSpPr>
        <p:spPr>
          <a:xfrm>
            <a:off x="3223042" y="1227909"/>
            <a:ext cx="756000" cy="1319259"/>
          </a:xfrm>
          <a:prstGeom prst="rect">
            <a:avLst/>
          </a:prstGeom>
          <a:noFill/>
          <a:ln>
            <a:solidFill>
              <a:srgbClr val="4BAC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F78BD0D8-6B6C-9FB8-6FBE-F4FA1C2675E2}"/>
              </a:ext>
            </a:extLst>
          </p:cNvPr>
          <p:cNvCxnSpPr>
            <a:cxnSpLocks/>
          </p:cNvCxnSpPr>
          <p:nvPr/>
        </p:nvCxnSpPr>
        <p:spPr>
          <a:xfrm flipH="1">
            <a:off x="1387843" y="2534480"/>
            <a:ext cx="1842998" cy="919294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DE6FC1F6-C0C2-087E-EACD-CD43BC58770B}"/>
              </a:ext>
            </a:extLst>
          </p:cNvPr>
          <p:cNvCxnSpPr>
            <a:cxnSpLocks/>
          </p:cNvCxnSpPr>
          <p:nvPr/>
        </p:nvCxnSpPr>
        <p:spPr>
          <a:xfrm>
            <a:off x="3962151" y="2540278"/>
            <a:ext cx="1994206" cy="914614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テキスト ボックス 166">
            <a:extLst>
              <a:ext uri="{FF2B5EF4-FFF2-40B4-BE49-F238E27FC236}">
                <a16:creationId xmlns:a16="http://schemas.microsoft.com/office/drawing/2014/main" id="{5CA8BD2E-5AE1-0D9E-AF0E-DD11C47E626D}"/>
              </a:ext>
            </a:extLst>
          </p:cNvPr>
          <p:cNvSpPr txBox="1"/>
          <p:nvPr/>
        </p:nvSpPr>
        <p:spPr>
          <a:xfrm>
            <a:off x="3632407" y="8452628"/>
            <a:ext cx="360000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Tohoku U</a:t>
            </a:r>
          </a:p>
        </p:txBody>
      </p:sp>
      <p:sp>
        <p:nvSpPr>
          <p:cNvPr id="61" name="テキスト ボックス 166">
            <a:extLst>
              <a:ext uri="{FF2B5EF4-FFF2-40B4-BE49-F238E27FC236}">
                <a16:creationId xmlns:a16="http://schemas.microsoft.com/office/drawing/2014/main" id="{A1AEA476-1755-C219-DDD1-E6ADE9714580}"/>
              </a:ext>
            </a:extLst>
          </p:cNvPr>
          <p:cNvSpPr txBox="1"/>
          <p:nvPr/>
        </p:nvSpPr>
        <p:spPr>
          <a:xfrm>
            <a:off x="3394000" y="8139585"/>
            <a:ext cx="216000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BRIN</a:t>
            </a:r>
          </a:p>
        </p:txBody>
      </p:sp>
      <p:sp>
        <p:nvSpPr>
          <p:cNvPr id="66" name="テキスト ボックス 144">
            <a:extLst>
              <a:ext uri="{FF2B5EF4-FFF2-40B4-BE49-F238E27FC236}">
                <a16:creationId xmlns:a16="http://schemas.microsoft.com/office/drawing/2014/main" id="{11F43767-B95C-5700-257B-0BD02CE03B17}"/>
              </a:ext>
            </a:extLst>
          </p:cNvPr>
          <p:cNvSpPr txBox="1"/>
          <p:nvPr/>
        </p:nvSpPr>
        <p:spPr>
          <a:xfrm>
            <a:off x="2700000" y="8041495"/>
            <a:ext cx="360000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FF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Sendai VM*</a:t>
            </a:r>
            <a:endParaRPr lang="en-GB" altLang="ja-JP" sz="600" b="1" u="none" strike="noStrike" dirty="0">
              <a:solidFill>
                <a:srgbClr val="C00000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4" name="テキスト ボックス 144">
            <a:extLst>
              <a:ext uri="{FF2B5EF4-FFF2-40B4-BE49-F238E27FC236}">
                <a16:creationId xmlns:a16="http://schemas.microsoft.com/office/drawing/2014/main" id="{B980B237-3138-DFDE-DFAC-446957DEDF02}"/>
              </a:ext>
            </a:extLst>
          </p:cNvPr>
          <p:cNvSpPr txBox="1"/>
          <p:nvPr/>
        </p:nvSpPr>
        <p:spPr>
          <a:xfrm>
            <a:off x="2891445" y="8131766"/>
            <a:ext cx="213200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Sendai</a:t>
            </a:r>
            <a:endParaRPr lang="en-GB" altLang="ja-JP" sz="600" b="1" u="none" strike="noStrike" dirty="0">
              <a:solidFill>
                <a:srgbClr val="C00000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2" name="テキスト ボックス 144">
            <a:extLst>
              <a:ext uri="{FF2B5EF4-FFF2-40B4-BE49-F238E27FC236}">
                <a16:creationId xmlns:a16="http://schemas.microsoft.com/office/drawing/2014/main" id="{8C3CCE80-8026-B4F1-0755-BC08D4839C45}"/>
              </a:ext>
            </a:extLst>
          </p:cNvPr>
          <p:cNvSpPr txBox="1"/>
          <p:nvPr/>
        </p:nvSpPr>
        <p:spPr>
          <a:xfrm>
            <a:off x="2500841" y="8134934"/>
            <a:ext cx="168316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Japan</a:t>
            </a:r>
            <a:endParaRPr lang="en-GB" altLang="ja-JP" sz="600" b="1" u="none" strike="noStrike" dirty="0">
              <a:solidFill>
                <a:srgbClr val="C00000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テキスト ボックス 78">
            <a:extLst>
              <a:ext uri="{FF2B5EF4-FFF2-40B4-BE49-F238E27FC236}">
                <a16:creationId xmlns:a16="http://schemas.microsoft.com/office/drawing/2014/main" id="{6EF6BFB9-C5EA-AB2E-5AB9-23951CC5148B}"/>
              </a:ext>
            </a:extLst>
          </p:cNvPr>
          <p:cNvSpPr txBox="1"/>
          <p:nvPr/>
        </p:nvSpPr>
        <p:spPr>
          <a:xfrm>
            <a:off x="4320000" y="6967283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Pakistan</a:t>
            </a:r>
          </a:p>
        </p:txBody>
      </p:sp>
      <p:sp>
        <p:nvSpPr>
          <p:cNvPr id="5" name="正方形/長方形 34">
            <a:extLst>
              <a:ext uri="{FF2B5EF4-FFF2-40B4-BE49-F238E27FC236}">
                <a16:creationId xmlns:a16="http://schemas.microsoft.com/office/drawing/2014/main" id="{8F8574DB-5984-3F93-EC90-9BDDBE19C1E4}"/>
              </a:ext>
            </a:extLst>
          </p:cNvPr>
          <p:cNvSpPr/>
          <p:nvPr/>
        </p:nvSpPr>
        <p:spPr>
          <a:xfrm rot="5400000">
            <a:off x="5196697" y="3831268"/>
            <a:ext cx="470376" cy="178614"/>
          </a:xfrm>
          <a:prstGeom prst="rect">
            <a:avLst/>
          </a:prstGeom>
          <a:solidFill>
            <a:schemeClr val="accent2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rPr>
              <a:t>ADRC Sec.</a:t>
            </a:r>
            <a:endParaRPr kumimoji="1" lang="ja-JP" altLang="en-US" sz="6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17" name="テキスト ボックス 166">
            <a:extLst>
              <a:ext uri="{FF2B5EF4-FFF2-40B4-BE49-F238E27FC236}">
                <a16:creationId xmlns:a16="http://schemas.microsoft.com/office/drawing/2014/main" id="{334C5F02-6025-1F76-B885-96D235769344}"/>
              </a:ext>
            </a:extLst>
          </p:cNvPr>
          <p:cNvSpPr txBox="1"/>
          <p:nvPr/>
        </p:nvSpPr>
        <p:spPr>
          <a:xfrm>
            <a:off x="2268000" y="8460000"/>
            <a:ext cx="251999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FF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Japan</a:t>
            </a:r>
          </a:p>
        </p:txBody>
      </p:sp>
      <p:sp>
        <p:nvSpPr>
          <p:cNvPr id="29" name="テキスト ボックス 166">
            <a:extLst>
              <a:ext uri="{FF2B5EF4-FFF2-40B4-BE49-F238E27FC236}">
                <a16:creationId xmlns:a16="http://schemas.microsoft.com/office/drawing/2014/main" id="{5CA8BD2E-5AE1-0D9E-AF0E-DD11C47E626D}"/>
              </a:ext>
            </a:extLst>
          </p:cNvPr>
          <p:cNvSpPr txBox="1"/>
          <p:nvPr/>
        </p:nvSpPr>
        <p:spPr>
          <a:xfrm>
            <a:off x="2484000" y="8532000"/>
            <a:ext cx="251999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FF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Japan</a:t>
            </a:r>
          </a:p>
        </p:txBody>
      </p:sp>
      <p:sp>
        <p:nvSpPr>
          <p:cNvPr id="33" name="テキスト ボックス 166">
            <a:extLst>
              <a:ext uri="{FF2B5EF4-FFF2-40B4-BE49-F238E27FC236}">
                <a16:creationId xmlns:a16="http://schemas.microsoft.com/office/drawing/2014/main" id="{334C5F02-6025-1F76-B885-96D235769344}"/>
              </a:ext>
            </a:extLst>
          </p:cNvPr>
          <p:cNvSpPr txBox="1"/>
          <p:nvPr/>
        </p:nvSpPr>
        <p:spPr>
          <a:xfrm>
            <a:off x="2736000" y="8460000"/>
            <a:ext cx="251999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FF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Sendai</a:t>
            </a:r>
          </a:p>
        </p:txBody>
      </p:sp>
      <p:sp>
        <p:nvSpPr>
          <p:cNvPr id="37" name="テキスト ボックス 166">
            <a:extLst>
              <a:ext uri="{FF2B5EF4-FFF2-40B4-BE49-F238E27FC236}">
                <a16:creationId xmlns:a16="http://schemas.microsoft.com/office/drawing/2014/main" id="{5CA8BD2E-5AE1-0D9E-AF0E-DD11C47E626D}"/>
              </a:ext>
            </a:extLst>
          </p:cNvPr>
          <p:cNvSpPr txBox="1"/>
          <p:nvPr/>
        </p:nvSpPr>
        <p:spPr>
          <a:xfrm>
            <a:off x="2951999" y="8532000"/>
            <a:ext cx="251999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FF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Sendai</a:t>
            </a:r>
          </a:p>
        </p:txBody>
      </p:sp>
      <p:sp>
        <p:nvSpPr>
          <p:cNvPr id="52" name="テキスト ボックス 166">
            <a:extLst>
              <a:ext uri="{FF2B5EF4-FFF2-40B4-BE49-F238E27FC236}">
                <a16:creationId xmlns:a16="http://schemas.microsoft.com/office/drawing/2014/main" id="{334C5F02-6025-1F76-B885-96D235769344}"/>
              </a:ext>
            </a:extLst>
          </p:cNvPr>
          <p:cNvSpPr txBox="1"/>
          <p:nvPr/>
        </p:nvSpPr>
        <p:spPr>
          <a:xfrm>
            <a:off x="5194369" y="6677243"/>
            <a:ext cx="251999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PNG</a:t>
            </a:r>
          </a:p>
        </p:txBody>
      </p:sp>
      <p:sp>
        <p:nvSpPr>
          <p:cNvPr id="57" name="テキスト ボックス 166">
            <a:extLst>
              <a:ext uri="{FF2B5EF4-FFF2-40B4-BE49-F238E27FC236}">
                <a16:creationId xmlns:a16="http://schemas.microsoft.com/office/drawing/2014/main" id="{5CA8BD2E-5AE1-0D9E-AF0E-DD11C47E626D}"/>
              </a:ext>
            </a:extLst>
          </p:cNvPr>
          <p:cNvSpPr txBox="1"/>
          <p:nvPr/>
        </p:nvSpPr>
        <p:spPr>
          <a:xfrm>
            <a:off x="5179886" y="6930590"/>
            <a:ext cx="324000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Pakistan</a:t>
            </a:r>
          </a:p>
        </p:txBody>
      </p:sp>
      <p:sp>
        <p:nvSpPr>
          <p:cNvPr id="59" name="テキスト ボックス 166">
            <a:extLst>
              <a:ext uri="{FF2B5EF4-FFF2-40B4-BE49-F238E27FC236}">
                <a16:creationId xmlns:a16="http://schemas.microsoft.com/office/drawing/2014/main" id="{334C5F02-6025-1F76-B885-96D235769344}"/>
              </a:ext>
            </a:extLst>
          </p:cNvPr>
          <p:cNvSpPr txBox="1"/>
          <p:nvPr/>
        </p:nvSpPr>
        <p:spPr>
          <a:xfrm>
            <a:off x="3168000" y="8856000"/>
            <a:ext cx="251999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ctr">
              <a:lnSpc>
                <a:spcPts val="600"/>
              </a:lnSpc>
              <a:buNone/>
            </a:pPr>
            <a:endParaRPr/>
          </a:p>
        </p:txBody>
      </p:sp>
      <p:grpSp>
        <p:nvGrpSpPr>
          <p:cNvPr id="90" name="グループ化 89">
            <a:extLst>
              <a:ext uri="{FF2B5EF4-FFF2-40B4-BE49-F238E27FC236}">
                <a16:creationId xmlns:a16="http://schemas.microsoft.com/office/drawing/2014/main" id="{FA05A252-60B5-E1FC-0336-8CB36139DE17}"/>
              </a:ext>
            </a:extLst>
          </p:cNvPr>
          <p:cNvGrpSpPr/>
          <p:nvPr/>
        </p:nvGrpSpPr>
        <p:grpSpPr>
          <a:xfrm>
            <a:off x="4947819" y="4637892"/>
            <a:ext cx="178614" cy="2882816"/>
            <a:chOff x="4947819" y="4637892"/>
            <a:chExt cx="178614" cy="2882816"/>
          </a:xfrm>
        </p:grpSpPr>
        <p:sp>
          <p:nvSpPr>
            <p:cNvPr id="45" name="正方形/長方形 44">
              <a:extLst>
                <a:ext uri="{FF2B5EF4-FFF2-40B4-BE49-F238E27FC236}">
                  <a16:creationId xmlns:a16="http://schemas.microsoft.com/office/drawing/2014/main" id="{9B5F02C9-1E10-C73F-E00D-B76975C1CFE4}"/>
                </a:ext>
              </a:extLst>
            </p:cNvPr>
            <p:cNvSpPr/>
            <p:nvPr/>
          </p:nvSpPr>
          <p:spPr>
            <a:xfrm rot="5400000">
              <a:off x="4801938" y="5748749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0" lang="ja-JP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47" name="正方形/長方形 46">
              <a:extLst>
                <a:ext uri="{FF2B5EF4-FFF2-40B4-BE49-F238E27FC236}">
                  <a16:creationId xmlns:a16="http://schemas.microsoft.com/office/drawing/2014/main" id="{EB3AF8E5-32FE-39CA-323D-7E85FA636433}"/>
                </a:ext>
              </a:extLst>
            </p:cNvPr>
            <p:cNvSpPr/>
            <p:nvPr/>
          </p:nvSpPr>
          <p:spPr>
            <a:xfrm rot="5400000">
              <a:off x="4801938" y="6231237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0" lang="ja-JP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42" name="正方形/長方形 41">
              <a:extLst>
                <a:ext uri="{FF2B5EF4-FFF2-40B4-BE49-F238E27FC236}">
                  <a16:creationId xmlns:a16="http://schemas.microsoft.com/office/drawing/2014/main" id="{1C3A553A-5437-FACB-8781-4198AAF0188C}"/>
                </a:ext>
              </a:extLst>
            </p:cNvPr>
            <p:cNvSpPr/>
            <p:nvPr/>
          </p:nvSpPr>
          <p:spPr>
            <a:xfrm rot="5400000">
              <a:off x="4801938" y="6713725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0" lang="ja-JP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78" name="正方形/長方形 34">
              <a:extLst>
                <a:ext uri="{FF2B5EF4-FFF2-40B4-BE49-F238E27FC236}">
                  <a16:creationId xmlns:a16="http://schemas.microsoft.com/office/drawing/2014/main" id="{AD02278C-F774-02F5-ADE3-BBB8DC719B03}"/>
                </a:ext>
              </a:extLst>
            </p:cNvPr>
            <p:cNvSpPr/>
            <p:nvPr/>
          </p:nvSpPr>
          <p:spPr>
            <a:xfrm rot="5400000">
              <a:off x="4801938" y="4783773"/>
              <a:ext cx="470376" cy="178614"/>
            </a:xfrm>
            <a:prstGeom prst="rect">
              <a:avLst/>
            </a:prstGeom>
            <a:solidFill>
              <a:schemeClr val="accent2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ADRC Sec.</a:t>
              </a: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88" name="正方形/長方形 87">
              <a:extLst>
                <a:ext uri="{FF2B5EF4-FFF2-40B4-BE49-F238E27FC236}">
                  <a16:creationId xmlns:a16="http://schemas.microsoft.com/office/drawing/2014/main" id="{46BD47B8-972E-0EB4-1BB6-BD0CFB764CE4}"/>
                </a:ext>
              </a:extLst>
            </p:cNvPr>
            <p:cNvSpPr/>
            <p:nvPr/>
          </p:nvSpPr>
          <p:spPr>
            <a:xfrm rot="5400000">
              <a:off x="4801938" y="5266261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0" lang="ja-JP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92" name="正方形/長方形 34">
              <a:extLst>
                <a:ext uri="{FF2B5EF4-FFF2-40B4-BE49-F238E27FC236}">
                  <a16:creationId xmlns:a16="http://schemas.microsoft.com/office/drawing/2014/main" id="{682159BC-3347-4C7C-A47C-E7A76B68E20D}"/>
                </a:ext>
              </a:extLst>
            </p:cNvPr>
            <p:cNvSpPr/>
            <p:nvPr/>
          </p:nvSpPr>
          <p:spPr>
            <a:xfrm rot="5400000">
              <a:off x="4801938" y="7196213"/>
              <a:ext cx="470376" cy="178614"/>
            </a:xfrm>
            <a:prstGeom prst="rect">
              <a:avLst/>
            </a:prstGeom>
            <a:solidFill>
              <a:schemeClr val="accent2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ADRC Sec.</a:t>
              </a: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</p:grpSp>
      <p:sp>
        <p:nvSpPr>
          <p:cNvPr id="96" name="正方形/長方形 180">
            <a:extLst>
              <a:ext uri="{FF2B5EF4-FFF2-40B4-BE49-F238E27FC236}">
                <a16:creationId xmlns:a16="http://schemas.microsoft.com/office/drawing/2014/main" id="{226CFE4D-9BE9-5912-11B5-D186D56651A7}"/>
              </a:ext>
            </a:extLst>
          </p:cNvPr>
          <p:cNvSpPr/>
          <p:nvPr/>
        </p:nvSpPr>
        <p:spPr>
          <a:xfrm>
            <a:off x="4086271" y="862728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general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100" name="テキスト ボックス 166">
            <a:extLst>
              <a:ext uri="{FF2B5EF4-FFF2-40B4-BE49-F238E27FC236}">
                <a16:creationId xmlns:a16="http://schemas.microsoft.com/office/drawing/2014/main" id="{92C51CA4-8C3A-4A9D-0199-125D9C895FA4}"/>
              </a:ext>
            </a:extLst>
          </p:cNvPr>
          <p:cNvSpPr txBox="1"/>
          <p:nvPr/>
        </p:nvSpPr>
        <p:spPr>
          <a:xfrm>
            <a:off x="3188968" y="8443709"/>
            <a:ext cx="251999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FF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Sendai</a:t>
            </a: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1738C699-5271-2269-7991-7D83E9B81555}"/>
              </a:ext>
            </a:extLst>
          </p:cNvPr>
          <p:cNvSpPr txBox="1"/>
          <p:nvPr/>
        </p:nvSpPr>
        <p:spPr>
          <a:xfrm>
            <a:off x="4302000" y="8102033"/>
            <a:ext cx="503999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Turkiye</a:t>
            </a: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E96AFAFD-9371-9166-24E2-854C874004F3}"/>
              </a:ext>
            </a:extLst>
          </p:cNvPr>
          <p:cNvSpPr txBox="1"/>
          <p:nvPr/>
        </p:nvSpPr>
        <p:spPr>
          <a:xfrm>
            <a:off x="2453706" y="7596153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Ind</a:t>
            </a:r>
            <a:r>
              <a:rPr lang="en-US" altLang="ja-JP" sz="600" u="none" strike="noStrike" dirty="0" err="1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onesia</a:t>
            </a:r>
            <a:endParaRPr lang="en-GB" altLang="ja-JP" sz="600" u="none" strike="noStrike" dirty="0"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192087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223</TotalTime>
  <Words>154</Words>
  <Application>Microsoft Office PowerPoint</Application>
  <PresentationFormat>A4 210 x 297 mm</PresentationFormat>
  <Paragraphs>116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8" baseType="lpstr">
      <vt:lpstr>Meiryo UI</vt:lpstr>
      <vt:lpstr>游ゴシック</vt:lpstr>
      <vt:lpstr>Aptos</vt:lpstr>
      <vt:lpstr>Aptos Display</vt:lpstr>
      <vt:lpstr>Arial</vt:lpstr>
      <vt:lpstr>Calibri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ADRC_Kodama</dc:creator>
  <cp:lastModifiedBy>ADRC_Kodama</cp:lastModifiedBy>
  <cp:revision>16</cp:revision>
  <dcterms:created xsi:type="dcterms:W3CDTF">2025-12-12T06:11:27Z</dcterms:created>
  <dcterms:modified xsi:type="dcterms:W3CDTF">2026-10-05T02:08:47Z</dcterms:modified>
</cp:coreProperties>
</file>