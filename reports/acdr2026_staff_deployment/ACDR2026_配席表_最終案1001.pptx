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ACC6"/>
    <a:srgbClr val="F2E4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190" d="100"/>
          <a:sy n="190" d="100"/>
        </p:scale>
        <p:origin x="-1014" y="-58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8287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4446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45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5450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5585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5898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856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3466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4684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7204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29690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961B0-7270-456C-AC74-1D0A7D8B8ED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6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F7208BB7-12A8-F85E-A647-D53AC26ACA91}"/>
              </a:ext>
            </a:extLst>
          </p:cNvPr>
          <p:cNvSpPr/>
          <p:nvPr/>
        </p:nvSpPr>
        <p:spPr>
          <a:xfrm>
            <a:off x="2029179" y="3122023"/>
            <a:ext cx="2701320" cy="1061967"/>
          </a:xfrm>
          <a:prstGeom prst="roundRect">
            <a:avLst/>
          </a:prstGeom>
          <a:solidFill>
            <a:srgbClr val="F2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5A332D2-8246-7F03-0928-5C9F39ECEC3D}"/>
              </a:ext>
            </a:extLst>
          </p:cNvPr>
          <p:cNvSpPr txBox="1"/>
          <p:nvPr/>
        </p:nvSpPr>
        <p:spPr>
          <a:xfrm>
            <a:off x="475488" y="0"/>
            <a:ext cx="5803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ACDR2026　配席表 最終案 10/1（Peridot 204-206）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FF21DF63-3959-E86B-E9B6-E364C124474F}"/>
              </a:ext>
            </a:extLst>
          </p:cNvPr>
          <p:cNvSpPr/>
          <p:nvPr/>
        </p:nvSpPr>
        <p:spPr>
          <a:xfrm rot="1817373">
            <a:off x="3651043" y="3435512"/>
            <a:ext cx="436779" cy="192115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7AD27987-DE9B-8455-E20C-F526A542681A}"/>
              </a:ext>
            </a:extLst>
          </p:cNvPr>
          <p:cNvSpPr/>
          <p:nvPr/>
        </p:nvSpPr>
        <p:spPr>
          <a:xfrm rot="19847151">
            <a:off x="2329831" y="3640314"/>
            <a:ext cx="436779" cy="192115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473CAB6-944C-2DD4-529B-BD7072CE9108}"/>
              </a:ext>
            </a:extLst>
          </p:cNvPr>
          <p:cNvSpPr/>
          <p:nvPr/>
        </p:nvSpPr>
        <p:spPr>
          <a:xfrm rot="19897458">
            <a:off x="2732777" y="3421825"/>
            <a:ext cx="436779" cy="192115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BF488C59-3B03-FDB7-5DB3-13BBEC31960B}"/>
              </a:ext>
            </a:extLst>
          </p:cNvPr>
          <p:cNvGrpSpPr/>
          <p:nvPr/>
        </p:nvGrpSpPr>
        <p:grpSpPr>
          <a:xfrm>
            <a:off x="2506393" y="4637565"/>
            <a:ext cx="183893" cy="1945294"/>
            <a:chOff x="5171" y="318090"/>
            <a:chExt cx="205197" cy="1975758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F932579E-E451-D7A3-EAFB-A5EAB7D8E51A}"/>
                </a:ext>
              </a:extLst>
            </p:cNvPr>
            <p:cNvSpPr/>
            <p:nvPr/>
          </p:nvSpPr>
          <p:spPr>
            <a:xfrm rot="5400000">
              <a:off x="-134047" y="457308"/>
              <a:ext cx="477742" cy="199306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D7347697-6942-A5E1-817B-F743011C8968}"/>
                </a:ext>
              </a:extLst>
            </p:cNvPr>
            <p:cNvSpPr/>
            <p:nvPr/>
          </p:nvSpPr>
          <p:spPr>
            <a:xfrm rot="5400000">
              <a:off x="-128405" y="1456400"/>
              <a:ext cx="477742" cy="199306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47F3187C-6A81-2B62-4CB0-C93212B696F7}"/>
                </a:ext>
              </a:extLst>
            </p:cNvPr>
            <p:cNvSpPr/>
            <p:nvPr/>
          </p:nvSpPr>
          <p:spPr>
            <a:xfrm rot="5400000">
              <a:off x="-131675" y="959505"/>
              <a:ext cx="477742" cy="199306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advisor</a:t>
              </a: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C85194FB-678B-634F-91CD-0F2C91289EE2}"/>
                </a:ext>
              </a:extLst>
            </p:cNvPr>
            <p:cNvSpPr/>
            <p:nvPr/>
          </p:nvSpPr>
          <p:spPr>
            <a:xfrm rot="5400000">
              <a:off x="-128156" y="1955324"/>
              <a:ext cx="477742" cy="199306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3747975-35BB-591C-2F06-B991E98CDFF1}"/>
              </a:ext>
            </a:extLst>
          </p:cNvPr>
          <p:cNvSpPr/>
          <p:nvPr/>
        </p:nvSpPr>
        <p:spPr>
          <a:xfrm>
            <a:off x="2718668" y="7358833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FEB47373-F704-0914-74A9-4FF8B0A70030}"/>
              </a:ext>
            </a:extLst>
          </p:cNvPr>
          <p:cNvGrpSpPr/>
          <p:nvPr/>
        </p:nvGrpSpPr>
        <p:grpSpPr>
          <a:xfrm>
            <a:off x="4083586" y="4643935"/>
            <a:ext cx="183893" cy="2906901"/>
            <a:chOff x="3470592" y="4047114"/>
            <a:chExt cx="183893" cy="2906901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893509BF-B6D5-21F7-BCC6-18A657C7D94C}"/>
                </a:ext>
              </a:extLst>
            </p:cNvPr>
            <p:cNvGrpSpPr/>
            <p:nvPr/>
          </p:nvGrpSpPr>
          <p:grpSpPr>
            <a:xfrm>
              <a:off x="3470592" y="4047114"/>
              <a:ext cx="183893" cy="1945294"/>
              <a:chOff x="2318242" y="295030"/>
              <a:chExt cx="205197" cy="1975758"/>
            </a:xfrm>
          </p:grpSpPr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3C1A60F3-E989-F838-3F7E-C9C1E905D3D6}"/>
                  </a:ext>
                </a:extLst>
              </p:cNvPr>
              <p:cNvSpPr/>
              <p:nvPr/>
            </p:nvSpPr>
            <p:spPr>
              <a:xfrm rot="5400000">
                <a:off x="2179024" y="434248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1" lang="ja-JP" altLang="en-US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492FF4AF-D254-8964-DA03-3F13DC123F29}"/>
                  </a:ext>
                </a:extLst>
              </p:cNvPr>
              <p:cNvSpPr/>
              <p:nvPr/>
            </p:nvSpPr>
            <p:spPr>
              <a:xfrm rot="5400000">
                <a:off x="2184666" y="1433340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20" name="正方形/長方形 19">
                <a:extLst>
                  <a:ext uri="{FF2B5EF4-FFF2-40B4-BE49-F238E27FC236}">
                    <a16:creationId xmlns:a16="http://schemas.microsoft.com/office/drawing/2014/main" id="{149B835A-E44B-A36D-7835-B6735F70F9F0}"/>
                  </a:ext>
                </a:extLst>
              </p:cNvPr>
              <p:cNvSpPr/>
              <p:nvPr/>
            </p:nvSpPr>
            <p:spPr>
              <a:xfrm rot="5400000">
                <a:off x="2181396" y="936445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1D61DC77-4CF2-F927-94EF-0AC6A623BB72}"/>
                  </a:ext>
                </a:extLst>
              </p:cNvPr>
              <p:cNvSpPr/>
              <p:nvPr/>
            </p:nvSpPr>
            <p:spPr>
              <a:xfrm rot="5400000">
                <a:off x="2184915" y="1932264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</p:grp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3190FC1D-FD74-DFD2-4474-AB087FC0E1A3}"/>
                </a:ext>
              </a:extLst>
            </p:cNvPr>
            <p:cNvSpPr/>
            <p:nvPr/>
          </p:nvSpPr>
          <p:spPr>
            <a:xfrm rot="5400000">
              <a:off x="3324711" y="614871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199560F1-04DB-4AED-6B4D-60307828E957}"/>
                </a:ext>
              </a:extLst>
            </p:cNvPr>
            <p:cNvSpPr/>
            <p:nvPr/>
          </p:nvSpPr>
          <p:spPr>
            <a:xfrm rot="5400000">
              <a:off x="3324711" y="6629520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0017BE9-91C4-8CD0-EE92-3F374D052AC8}"/>
              </a:ext>
            </a:extLst>
          </p:cNvPr>
          <p:cNvSpPr/>
          <p:nvPr/>
        </p:nvSpPr>
        <p:spPr>
          <a:xfrm rot="5400000">
            <a:off x="2374281" y="6753055"/>
            <a:ext cx="470376" cy="178614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member</a:t>
            </a:r>
            <a:endParaRPr kumimoji="0" lang="ja-JP" altLang="ja-JP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A4DF5EC-6889-CACA-A19D-00ECBBA3226E}"/>
              </a:ext>
            </a:extLst>
          </p:cNvPr>
          <p:cNvSpPr/>
          <p:nvPr/>
        </p:nvSpPr>
        <p:spPr>
          <a:xfrm rot="5400000">
            <a:off x="2384119" y="7219512"/>
            <a:ext cx="470376" cy="178614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member</a:t>
            </a:r>
            <a:endParaRPr kumimoji="0" lang="ja-JP" altLang="ja-JP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7D8821F2-2B57-5C45-292A-FD7756CC4CB0}"/>
              </a:ext>
            </a:extLst>
          </p:cNvPr>
          <p:cNvGrpSpPr/>
          <p:nvPr/>
        </p:nvGrpSpPr>
        <p:grpSpPr>
          <a:xfrm>
            <a:off x="4951306" y="4643935"/>
            <a:ext cx="183890" cy="2906901"/>
            <a:chOff x="3470589" y="4047114"/>
            <a:chExt cx="183890" cy="2906901"/>
          </a:xfrm>
        </p:grpSpPr>
        <p:grpSp>
          <p:nvGrpSpPr>
            <p:cNvPr id="41" name="グループ化 40">
              <a:extLst>
                <a:ext uri="{FF2B5EF4-FFF2-40B4-BE49-F238E27FC236}">
                  <a16:creationId xmlns:a16="http://schemas.microsoft.com/office/drawing/2014/main" id="{CFC4889F-E8C8-85BB-6AD4-FB7C77A76D4B}"/>
                </a:ext>
              </a:extLst>
            </p:cNvPr>
            <p:cNvGrpSpPr/>
            <p:nvPr/>
          </p:nvGrpSpPr>
          <p:grpSpPr>
            <a:xfrm>
              <a:off x="3470589" y="4047114"/>
              <a:ext cx="183890" cy="1945294"/>
              <a:chOff x="2318242" y="295030"/>
              <a:chExt cx="205194" cy="1975758"/>
            </a:xfrm>
          </p:grpSpPr>
          <p:sp>
            <p:nvSpPr>
              <p:cNvPr id="44" name="正方形/長方形 43">
                <a:extLst>
                  <a:ext uri="{FF2B5EF4-FFF2-40B4-BE49-F238E27FC236}">
                    <a16:creationId xmlns:a16="http://schemas.microsoft.com/office/drawing/2014/main" id="{6333543B-CBB9-F1DD-B92F-06E3C56CD860}"/>
                  </a:ext>
                </a:extLst>
              </p:cNvPr>
              <p:cNvSpPr/>
              <p:nvPr/>
            </p:nvSpPr>
            <p:spPr>
              <a:xfrm rot="5400000">
                <a:off x="2179024" y="434248"/>
                <a:ext cx="477742" cy="199306"/>
              </a:xfrm>
              <a:prstGeom prst="rect">
                <a:avLst/>
              </a:prstGeom>
              <a:solidFill>
                <a:schemeClr val="accent2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ADRC Sec.</a:t>
                </a:r>
                <a:endParaRPr kumimoji="1" lang="ja-JP" altLang="en-US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9B5F02C9-1E10-C73F-E00D-B76975C1CFE4}"/>
                  </a:ext>
                </a:extLst>
              </p:cNvPr>
              <p:cNvSpPr/>
              <p:nvPr/>
            </p:nvSpPr>
            <p:spPr>
              <a:xfrm rot="5400000">
                <a:off x="2184666" y="1433340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46" name="正方形/長方形 45">
                <a:extLst>
                  <a:ext uri="{FF2B5EF4-FFF2-40B4-BE49-F238E27FC236}">
                    <a16:creationId xmlns:a16="http://schemas.microsoft.com/office/drawing/2014/main" id="{8E1CCD95-0CF7-DB1E-791F-9374CB3E4BF0}"/>
                  </a:ext>
                </a:extLst>
              </p:cNvPr>
              <p:cNvSpPr/>
              <p:nvPr/>
            </p:nvSpPr>
            <p:spPr>
              <a:xfrm rot="5400000">
                <a:off x="2181396" y="936445"/>
                <a:ext cx="477742" cy="199306"/>
              </a:xfrm>
              <a:prstGeom prst="rect">
                <a:avLst/>
              </a:prstGeom>
              <a:solidFill>
                <a:schemeClr val="accent2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ADRC Sec.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EB3AF8E5-32FE-39CA-323D-7E85FA636433}"/>
                  </a:ext>
                </a:extLst>
              </p:cNvPr>
              <p:cNvSpPr/>
              <p:nvPr/>
            </p:nvSpPr>
            <p:spPr>
              <a:xfrm rot="5400000">
                <a:off x="2184912" y="1932264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</p:grp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1C3A553A-5437-FACB-8781-4198AAF0188C}"/>
                </a:ext>
              </a:extLst>
            </p:cNvPr>
            <p:cNvSpPr/>
            <p:nvPr/>
          </p:nvSpPr>
          <p:spPr>
            <a:xfrm rot="5400000">
              <a:off x="3324711" y="614871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0984BA69-3357-F793-0DC7-F974BB16BD3F}"/>
                </a:ext>
              </a:extLst>
            </p:cNvPr>
            <p:cNvSpPr/>
            <p:nvPr/>
          </p:nvSpPr>
          <p:spPr>
            <a:xfrm rot="5400000">
              <a:off x="3324711" y="6629520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FE3EDF58-7C73-F49E-F6D7-B2C1590CD6D0}"/>
              </a:ext>
            </a:extLst>
          </p:cNvPr>
          <p:cNvGrpSpPr/>
          <p:nvPr/>
        </p:nvGrpSpPr>
        <p:grpSpPr>
          <a:xfrm>
            <a:off x="1715558" y="5620794"/>
            <a:ext cx="183896" cy="1923213"/>
            <a:chOff x="3470592" y="5030802"/>
            <a:chExt cx="183896" cy="1923213"/>
          </a:xfrm>
        </p:grpSpPr>
        <p:grpSp>
          <p:nvGrpSpPr>
            <p:cNvPr id="49" name="グループ化 48">
              <a:extLst>
                <a:ext uri="{FF2B5EF4-FFF2-40B4-BE49-F238E27FC236}">
                  <a16:creationId xmlns:a16="http://schemas.microsoft.com/office/drawing/2014/main" id="{FD91E0F3-19DF-F5B6-B8D5-918CDCB498AD}"/>
                </a:ext>
              </a:extLst>
            </p:cNvPr>
            <p:cNvGrpSpPr/>
            <p:nvPr/>
          </p:nvGrpSpPr>
          <p:grpSpPr>
            <a:xfrm>
              <a:off x="3475651" y="5030802"/>
              <a:ext cx="178837" cy="961607"/>
              <a:chOff x="2323884" y="1294122"/>
              <a:chExt cx="199555" cy="976666"/>
            </a:xfrm>
          </p:grpSpPr>
          <p:sp>
            <p:nvSpPr>
              <p:cNvPr id="53" name="正方形/長方形 52">
                <a:extLst>
                  <a:ext uri="{FF2B5EF4-FFF2-40B4-BE49-F238E27FC236}">
                    <a16:creationId xmlns:a16="http://schemas.microsoft.com/office/drawing/2014/main" id="{700C1B2A-1DF0-3986-B0B8-EBC97FFF705C}"/>
                  </a:ext>
                </a:extLst>
              </p:cNvPr>
              <p:cNvSpPr/>
              <p:nvPr/>
            </p:nvSpPr>
            <p:spPr>
              <a:xfrm rot="5400000">
                <a:off x="2184666" y="1433340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55" name="正方形/長方形 54">
                <a:extLst>
                  <a:ext uri="{FF2B5EF4-FFF2-40B4-BE49-F238E27FC236}">
                    <a16:creationId xmlns:a16="http://schemas.microsoft.com/office/drawing/2014/main" id="{945E6FF5-D9BA-F0D8-B5A7-96B357EFFCF1}"/>
                  </a:ext>
                </a:extLst>
              </p:cNvPr>
              <p:cNvSpPr/>
              <p:nvPr/>
            </p:nvSpPr>
            <p:spPr>
              <a:xfrm rot="5400000">
                <a:off x="2184915" y="1932264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</p:grp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0B647ED0-614C-A354-8E67-9388150BFF88}"/>
                </a:ext>
              </a:extLst>
            </p:cNvPr>
            <p:cNvSpPr/>
            <p:nvPr/>
          </p:nvSpPr>
          <p:spPr>
            <a:xfrm rot="5400000">
              <a:off x="3324711" y="614871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2176C9F1-8DF5-EAA2-7BC5-5286C9B4B9F3}"/>
                </a:ext>
              </a:extLst>
            </p:cNvPr>
            <p:cNvSpPr/>
            <p:nvPr/>
          </p:nvSpPr>
          <p:spPr>
            <a:xfrm rot="5400000">
              <a:off x="3324711" y="6629520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6D8584E6-C71E-0F43-44DC-1EC9E4DC915A}"/>
              </a:ext>
            </a:extLst>
          </p:cNvPr>
          <p:cNvSpPr txBox="1"/>
          <p:nvPr/>
        </p:nvSpPr>
        <p:spPr>
          <a:xfrm>
            <a:off x="4320000" y="5435347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Viet Nam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8936CACE-AE0C-27F7-DCE0-69912FF98B7A}"/>
              </a:ext>
            </a:extLst>
          </p:cNvPr>
          <p:cNvSpPr txBox="1"/>
          <p:nvPr/>
        </p:nvSpPr>
        <p:spPr>
          <a:xfrm>
            <a:off x="1980000" y="519613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ja-JP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NZ</a:t>
            </a:r>
            <a:endParaRPr lang="ja-JP" altLang="ja-JP" sz="600" b="0" i="0" u="none" strike="noStrike" dirty="0">
              <a:solidFill>
                <a:srgbClr val="0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E96D28C2-9A99-96C2-A2F3-1FF6221D12BD}"/>
              </a:ext>
            </a:extLst>
          </p:cNvPr>
          <p:cNvSpPr txBox="1"/>
          <p:nvPr/>
        </p:nvSpPr>
        <p:spPr>
          <a:xfrm>
            <a:off x="4320000" y="5711432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Uzbekistan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3080ED1C-425E-D5F2-26DF-06159AF7CB04}"/>
              </a:ext>
            </a:extLst>
          </p:cNvPr>
          <p:cNvSpPr txBox="1"/>
          <p:nvPr/>
        </p:nvSpPr>
        <p:spPr>
          <a:xfrm>
            <a:off x="4320000" y="592980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Turkiye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FEF0A41B-F42C-A54B-527E-7370075B6B60}"/>
              </a:ext>
            </a:extLst>
          </p:cNvPr>
          <p:cNvSpPr txBox="1"/>
          <p:nvPr/>
        </p:nvSpPr>
        <p:spPr>
          <a:xfrm>
            <a:off x="4320000" y="6192809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Thailand</a:t>
            </a: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EA0D0094-CFE9-4FA0-3E03-8FEF204A9BBC}"/>
              </a:ext>
            </a:extLst>
          </p:cNvPr>
          <p:cNvSpPr txBox="1"/>
          <p:nvPr/>
        </p:nvSpPr>
        <p:spPr>
          <a:xfrm>
            <a:off x="4320000" y="644718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Sri Lanka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65A779D0-D4B6-513C-43F7-7857ABEE0531}"/>
              </a:ext>
            </a:extLst>
          </p:cNvPr>
          <p:cNvSpPr txBox="1"/>
          <p:nvPr/>
        </p:nvSpPr>
        <p:spPr>
          <a:xfrm>
            <a:off x="4320000" y="6689331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6EF6BFB9-C5EA-AB2E-5AB9-23951CC5148B}"/>
              </a:ext>
            </a:extLst>
          </p:cNvPr>
          <p:cNvSpPr txBox="1"/>
          <p:nvPr/>
        </p:nvSpPr>
        <p:spPr>
          <a:xfrm>
            <a:off x="4320000" y="6953735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PNG</a:t>
            </a: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7230E3CF-2C69-78FC-355F-D3FE7734B380}"/>
              </a:ext>
            </a:extLst>
          </p:cNvPr>
          <p:cNvSpPr txBox="1"/>
          <p:nvPr/>
        </p:nvSpPr>
        <p:spPr>
          <a:xfrm>
            <a:off x="3350592" y="7590440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Maldives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FD1AB3CE-7BB8-0184-03C2-4C91BB9F47D8}"/>
              </a:ext>
            </a:extLst>
          </p:cNvPr>
          <p:cNvSpPr txBox="1"/>
          <p:nvPr/>
        </p:nvSpPr>
        <p:spPr>
          <a:xfrm>
            <a:off x="3175592" y="7682681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Malaysia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83FCC560-6F4D-4532-B5E2-C1132685646A}"/>
              </a:ext>
            </a:extLst>
          </p:cNvPr>
          <p:cNvSpPr txBox="1"/>
          <p:nvPr/>
        </p:nvSpPr>
        <p:spPr>
          <a:xfrm>
            <a:off x="2754061" y="758821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Lao PDR</a:t>
            </a: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13A8D2F2-5B72-C535-1237-DF90FC5AA7C9}"/>
              </a:ext>
            </a:extLst>
          </p:cNvPr>
          <p:cNvSpPr txBox="1"/>
          <p:nvPr/>
        </p:nvSpPr>
        <p:spPr>
          <a:xfrm>
            <a:off x="4320000" y="5205553"/>
            <a:ext cx="468000" cy="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Armenia</a:t>
            </a: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6EF48BBD-6522-C357-44F8-A32F7EF08FA0}"/>
              </a:ext>
            </a:extLst>
          </p:cNvPr>
          <p:cNvSpPr txBox="1"/>
          <p:nvPr/>
        </p:nvSpPr>
        <p:spPr>
          <a:xfrm>
            <a:off x="1980000" y="587014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Bangladesh</a:t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DE95C956-8D49-B3D7-DC25-4A4AF490A7CF}"/>
              </a:ext>
            </a:extLst>
          </p:cNvPr>
          <p:cNvSpPr txBox="1"/>
          <p:nvPr/>
        </p:nvSpPr>
        <p:spPr>
          <a:xfrm>
            <a:off x="1980000" y="5663739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Azerbaijan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F110F1C6-EB50-4DB2-65CC-D81560ED4EAF}"/>
              </a:ext>
            </a:extLst>
          </p:cNvPr>
          <p:cNvSpPr txBox="1"/>
          <p:nvPr/>
        </p:nvSpPr>
        <p:spPr>
          <a:xfrm>
            <a:off x="1980000" y="4962571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623FA521-06F1-908C-FCB3-45FCABE7A107}"/>
              </a:ext>
            </a:extLst>
          </p:cNvPr>
          <p:cNvSpPr txBox="1"/>
          <p:nvPr/>
        </p:nvSpPr>
        <p:spPr>
          <a:xfrm>
            <a:off x="1980000" y="4759601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F74FBB56-0A59-D035-B6C5-DDED0580D2B7}"/>
              </a:ext>
            </a:extLst>
          </p:cNvPr>
          <p:cNvSpPr txBox="1"/>
          <p:nvPr/>
        </p:nvSpPr>
        <p:spPr>
          <a:xfrm>
            <a:off x="1980000" y="541600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AUS</a:t>
            </a:r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B7008125-43FE-3A56-BEB9-019CC5713A4B}"/>
              </a:ext>
            </a:extLst>
          </p:cNvPr>
          <p:cNvSpPr txBox="1"/>
          <p:nvPr/>
        </p:nvSpPr>
        <p:spPr>
          <a:xfrm>
            <a:off x="1980000" y="615052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Bhutan</a:t>
            </a: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07D38666-1737-B763-2749-592249C57E8B}"/>
              </a:ext>
            </a:extLst>
          </p:cNvPr>
          <p:cNvSpPr txBox="1"/>
          <p:nvPr/>
        </p:nvSpPr>
        <p:spPr>
          <a:xfrm>
            <a:off x="1980000" y="6365437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Brunei</a:t>
            </a: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625361A0-0EEC-B4B5-EADB-61DA76865F0A}"/>
              </a:ext>
            </a:extLst>
          </p:cNvPr>
          <p:cNvSpPr txBox="1"/>
          <p:nvPr/>
        </p:nvSpPr>
        <p:spPr>
          <a:xfrm>
            <a:off x="1980000" y="664420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Cambodia</a:t>
            </a:r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529DE3A3-C1C7-BCC5-C6C0-37C572F0B6A2}"/>
              </a:ext>
            </a:extLst>
          </p:cNvPr>
          <p:cNvSpPr txBox="1"/>
          <p:nvPr/>
        </p:nvSpPr>
        <p:spPr>
          <a:xfrm>
            <a:off x="1980000" y="6892621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Fiji</a:t>
            </a:r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0849F453-428E-C057-CCEA-83B956AED841}"/>
              </a:ext>
            </a:extLst>
          </p:cNvPr>
          <p:cNvSpPr txBox="1"/>
          <p:nvPr/>
        </p:nvSpPr>
        <p:spPr>
          <a:xfrm>
            <a:off x="1980000" y="715556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India</a:t>
            </a: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76D9C710-2898-DB5B-E9A2-AD407AE21438}"/>
              </a:ext>
            </a:extLst>
          </p:cNvPr>
          <p:cNvSpPr txBox="1"/>
          <p:nvPr/>
        </p:nvSpPr>
        <p:spPr>
          <a:xfrm>
            <a:off x="2640685" y="7684148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B18D39DC-957C-54F6-AB48-C3D077A9AFBB}"/>
              </a:ext>
            </a:extLst>
          </p:cNvPr>
          <p:cNvSpPr txBox="1"/>
          <p:nvPr/>
        </p:nvSpPr>
        <p:spPr>
          <a:xfrm>
            <a:off x="3864541" y="7582960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Myanmar</a:t>
            </a:r>
          </a:p>
        </p:txBody>
      </p: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8B340532-288F-7EDC-4FA2-3F0723E31CBD}"/>
              </a:ext>
            </a:extLst>
          </p:cNvPr>
          <p:cNvSpPr txBox="1"/>
          <p:nvPr/>
        </p:nvSpPr>
        <p:spPr>
          <a:xfrm>
            <a:off x="4326296" y="4921911"/>
            <a:ext cx="409366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(Kitamoto)</a:t>
            </a:r>
          </a:p>
        </p:txBody>
      </p: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C122D04A-0882-0430-FD67-AB57461CB0F0}"/>
              </a:ext>
            </a:extLst>
          </p:cNvPr>
          <p:cNvSpPr txBox="1"/>
          <p:nvPr/>
        </p:nvSpPr>
        <p:spPr>
          <a:xfrm>
            <a:off x="4321133" y="4661191"/>
            <a:ext cx="409366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(Miura)</a:t>
            </a:r>
          </a:p>
        </p:txBody>
      </p:sp>
      <p:sp>
        <p:nvSpPr>
          <p:cNvPr id="121" name="テキスト ボックス 120">
            <a:extLst>
              <a:ext uri="{FF2B5EF4-FFF2-40B4-BE49-F238E27FC236}">
                <a16:creationId xmlns:a16="http://schemas.microsoft.com/office/drawing/2014/main" id="{E97F1108-4859-538C-BE2E-79F125DD5A26}"/>
              </a:ext>
            </a:extLst>
          </p:cNvPr>
          <p:cNvSpPr txBox="1"/>
          <p:nvPr/>
        </p:nvSpPr>
        <p:spPr>
          <a:xfrm flipH="1">
            <a:off x="5400000" y="3600000"/>
            <a:ext cx="827999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Sec. 8 席（AV 脇 2＋壁沿い追加 2＋右側面列上端 4、Expo に提案中）</a:t>
            </a:r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D67470C7-88EA-CFC6-AB62-1D4DAAF5B548}"/>
              </a:ext>
            </a:extLst>
          </p:cNvPr>
          <p:cNvSpPr txBox="1"/>
          <p:nvPr/>
        </p:nvSpPr>
        <p:spPr>
          <a:xfrm>
            <a:off x="1188000" y="4741982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4611572E-0F44-7FA8-21AD-7DBB8CE9C9E1}"/>
              </a:ext>
            </a:extLst>
          </p:cNvPr>
          <p:cNvSpPr txBox="1"/>
          <p:nvPr/>
        </p:nvSpPr>
        <p:spPr>
          <a:xfrm>
            <a:off x="1188000" y="4961852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129" name="テキスト ボックス 128">
            <a:extLst>
              <a:ext uri="{FF2B5EF4-FFF2-40B4-BE49-F238E27FC236}">
                <a16:creationId xmlns:a16="http://schemas.microsoft.com/office/drawing/2014/main" id="{F9B9D6FB-B62C-9E7D-C5FD-2065FFCC7EE1}"/>
              </a:ext>
            </a:extLst>
          </p:cNvPr>
          <p:cNvSpPr txBox="1"/>
          <p:nvPr/>
        </p:nvSpPr>
        <p:spPr>
          <a:xfrm>
            <a:off x="1188000" y="5226092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NZ</a:t>
            </a:r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DA652DD0-A33C-EA80-0E9F-2F3EA842B1DF}"/>
              </a:ext>
            </a:extLst>
          </p:cNvPr>
          <p:cNvSpPr txBox="1"/>
          <p:nvPr/>
        </p:nvSpPr>
        <p:spPr>
          <a:xfrm>
            <a:off x="1188000" y="5432496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NZ</a:t>
            </a:r>
          </a:p>
        </p:txBody>
      </p: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FDBE9FDD-CD5F-EAE2-307F-3BC542EAB60C}"/>
              </a:ext>
            </a:extLst>
          </p:cNvPr>
          <p:cNvSpPr txBox="1"/>
          <p:nvPr/>
        </p:nvSpPr>
        <p:spPr>
          <a:xfrm>
            <a:off x="1188000" y="5692569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Azerbaijan</a:t>
            </a:r>
          </a:p>
        </p:txBody>
      </p:sp>
      <p:sp>
        <p:nvSpPr>
          <p:cNvPr id="135" name="テキスト ボックス 134">
            <a:extLst>
              <a:ext uri="{FF2B5EF4-FFF2-40B4-BE49-F238E27FC236}">
                <a16:creationId xmlns:a16="http://schemas.microsoft.com/office/drawing/2014/main" id="{F3A852FA-887E-A813-3D7A-33CE02612617}"/>
              </a:ext>
            </a:extLst>
          </p:cNvPr>
          <p:cNvSpPr txBox="1"/>
          <p:nvPr/>
        </p:nvSpPr>
        <p:spPr>
          <a:xfrm>
            <a:off x="1188000" y="591053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Brunei</a:t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37977E01-4CDB-9867-8CE2-94B9E9B1A220}"/>
              </a:ext>
            </a:extLst>
          </p:cNvPr>
          <p:cNvSpPr txBox="1"/>
          <p:nvPr/>
        </p:nvSpPr>
        <p:spPr>
          <a:xfrm>
            <a:off x="1188000" y="6189304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Fiji?</a:t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9" name="テキスト ボックス 138">
            <a:extLst>
              <a:ext uri="{FF2B5EF4-FFF2-40B4-BE49-F238E27FC236}">
                <a16:creationId xmlns:a16="http://schemas.microsoft.com/office/drawing/2014/main" id="{633048CE-D496-046B-41FF-43BC66DDBCA4}"/>
              </a:ext>
            </a:extLst>
          </p:cNvPr>
          <p:cNvSpPr txBox="1"/>
          <p:nvPr/>
        </p:nvSpPr>
        <p:spPr>
          <a:xfrm>
            <a:off x="1188000" y="644366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India</a:t>
            </a:r>
          </a:p>
        </p:txBody>
      </p:sp>
      <p:sp>
        <p:nvSpPr>
          <p:cNvPr id="149" name="テキスト ボックス 148">
            <a:extLst>
              <a:ext uri="{FF2B5EF4-FFF2-40B4-BE49-F238E27FC236}">
                <a16:creationId xmlns:a16="http://schemas.microsoft.com/office/drawing/2014/main" id="{DFD4F889-3CFA-3E56-6F07-C58D4D8892BC}"/>
              </a:ext>
            </a:extLst>
          </p:cNvPr>
          <p:cNvSpPr txBox="1"/>
          <p:nvPr/>
        </p:nvSpPr>
        <p:spPr>
          <a:xfrm>
            <a:off x="5184000" y="6644203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Turkiye</a:t>
            </a:r>
          </a:p>
        </p:txBody>
      </p: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838548F7-0037-9DC5-6AAF-5E6E71B2EB97}"/>
              </a:ext>
            </a:extLst>
          </p:cNvPr>
          <p:cNvSpPr txBox="1"/>
          <p:nvPr/>
        </p:nvSpPr>
        <p:spPr>
          <a:xfrm>
            <a:off x="5184000" y="6413503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Uzbekistan</a:t>
            </a:r>
          </a:p>
        </p:txBody>
      </p:sp>
      <p:sp>
        <p:nvSpPr>
          <p:cNvPr id="153" name="テキスト ボックス 152">
            <a:extLst>
              <a:ext uri="{FF2B5EF4-FFF2-40B4-BE49-F238E27FC236}">
                <a16:creationId xmlns:a16="http://schemas.microsoft.com/office/drawing/2014/main" id="{885C367E-EB36-499B-7AC3-86D0B2579E64}"/>
              </a:ext>
            </a:extLst>
          </p:cNvPr>
          <p:cNvSpPr txBox="1"/>
          <p:nvPr/>
        </p:nvSpPr>
        <p:spPr>
          <a:xfrm>
            <a:off x="5184000" y="5953987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Viet Nam</a:t>
            </a:r>
          </a:p>
        </p:txBody>
      </p:sp>
      <p:sp>
        <p:nvSpPr>
          <p:cNvPr id="161" name="テキスト ボックス 160">
            <a:extLst>
              <a:ext uri="{FF2B5EF4-FFF2-40B4-BE49-F238E27FC236}">
                <a16:creationId xmlns:a16="http://schemas.microsoft.com/office/drawing/2014/main" id="{2058DC3D-B375-5AB4-1047-40FAD8678075}"/>
              </a:ext>
            </a:extLst>
          </p:cNvPr>
          <p:cNvSpPr txBox="1"/>
          <p:nvPr/>
        </p:nvSpPr>
        <p:spPr>
          <a:xfrm>
            <a:off x="5184000" y="5698738"/>
            <a:ext cx="503999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(Miyaki)</a:t>
            </a:r>
          </a:p>
        </p:txBody>
      </p:sp>
      <p:sp>
        <p:nvSpPr>
          <p:cNvPr id="163" name="テキスト ボックス 162">
            <a:extLst>
              <a:ext uri="{FF2B5EF4-FFF2-40B4-BE49-F238E27FC236}">
                <a16:creationId xmlns:a16="http://schemas.microsoft.com/office/drawing/2014/main" id="{0D18247A-3336-437F-15D8-516CA6179F93}"/>
              </a:ext>
            </a:extLst>
          </p:cNvPr>
          <p:cNvSpPr txBox="1"/>
          <p:nvPr/>
        </p:nvSpPr>
        <p:spPr>
          <a:xfrm>
            <a:off x="5179887" y="4696704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/>
            </a:r>
          </a:p>
        </p:txBody>
      </p:sp>
      <p:sp>
        <p:nvSpPr>
          <p:cNvPr id="165" name="テキスト ボックス 164">
            <a:extLst>
              <a:ext uri="{FF2B5EF4-FFF2-40B4-BE49-F238E27FC236}">
                <a16:creationId xmlns:a16="http://schemas.microsoft.com/office/drawing/2014/main" id="{274D9DC6-FE2D-6664-BB59-CE7C57FCA490}"/>
              </a:ext>
            </a:extLst>
          </p:cNvPr>
          <p:cNvSpPr txBox="1"/>
          <p:nvPr/>
        </p:nvSpPr>
        <p:spPr>
          <a:xfrm>
            <a:off x="5187229" y="492985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/>
            </a:r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62C5011E-D25C-59A7-8642-55FE5CBF6408}"/>
              </a:ext>
            </a:extLst>
          </p:cNvPr>
          <p:cNvSpPr/>
          <p:nvPr/>
        </p:nvSpPr>
        <p:spPr>
          <a:xfrm>
            <a:off x="3175592" y="7358833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3AE43A6B-31B1-7AC9-C8CE-F2891DF8BD3D}"/>
              </a:ext>
            </a:extLst>
          </p:cNvPr>
          <p:cNvSpPr/>
          <p:nvPr/>
        </p:nvSpPr>
        <p:spPr>
          <a:xfrm>
            <a:off x="3632516" y="7358833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95" name="正方形/長方形 194">
            <a:extLst>
              <a:ext uri="{FF2B5EF4-FFF2-40B4-BE49-F238E27FC236}">
                <a16:creationId xmlns:a16="http://schemas.microsoft.com/office/drawing/2014/main" id="{9785291B-B07C-1E6F-C831-7D4516BC64B5}"/>
              </a:ext>
            </a:extLst>
          </p:cNvPr>
          <p:cNvSpPr/>
          <p:nvPr/>
        </p:nvSpPr>
        <p:spPr>
          <a:xfrm rot="1817373">
            <a:off x="4044452" y="3674113"/>
            <a:ext cx="436779" cy="192115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96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261960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97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260000" y="7174805"/>
            <a:ext cx="39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/>
            </a:r>
          </a:p>
        </p:txBody>
      </p:sp>
      <p:sp>
        <p:nvSpPr>
          <p:cNvPr id="198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260000" y="7388768"/>
            <a:ext cx="39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/>
            </a:r>
          </a:p>
        </p:txBody>
      </p:sp>
      <p:sp>
        <p:nvSpPr>
          <p:cNvPr id="199" name="正方形/長方形 176">
            <a:extLst>
              <a:ext uri="{FF2B5EF4-FFF2-40B4-BE49-F238E27FC236}">
                <a16:creationId xmlns:a16="http://schemas.microsoft.com/office/drawing/2014/main" id="{05B579E1-AA55-878D-A7FE-D0AF2F6EF8F3}"/>
              </a:ext>
            </a:extLst>
          </p:cNvPr>
          <p:cNvSpPr/>
          <p:nvPr/>
        </p:nvSpPr>
        <p:spPr>
          <a:xfrm>
            <a:off x="2718776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0" name="テキスト ボックス 166">
            <a:extLst>
              <a:ext uri="{FF2B5EF4-FFF2-40B4-BE49-F238E27FC236}">
                <a16:creationId xmlns:a16="http://schemas.microsoft.com/office/drawing/2014/main" id="{EDBECD81-6FB8-2D33-08E5-262BE06B316D}"/>
              </a:ext>
            </a:extLst>
          </p:cNvPr>
          <p:cNvSpPr txBox="1"/>
          <p:nvPr/>
        </p:nvSpPr>
        <p:spPr>
          <a:xfrm>
            <a:off x="5184000" y="7379659"/>
            <a:ext cx="503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201" name="テキスト ボックス 166">
            <a:extLst>
              <a:ext uri="{FF2B5EF4-FFF2-40B4-BE49-F238E27FC236}">
                <a16:creationId xmlns:a16="http://schemas.microsoft.com/office/drawing/2014/main" id="{EDBECD81-6FB8-2D33-08E5-262BE06B316D}"/>
              </a:ext>
            </a:extLst>
          </p:cNvPr>
          <p:cNvSpPr txBox="1"/>
          <p:nvPr/>
        </p:nvSpPr>
        <p:spPr>
          <a:xfrm>
            <a:off x="5184000" y="6933016"/>
            <a:ext cx="503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Turkiye</a:t>
            </a:r>
          </a:p>
        </p:txBody>
      </p:sp>
      <p:sp>
        <p:nvSpPr>
          <p:cNvPr id="202" name="正方形/長方形 186">
            <a:extLst>
              <a:ext uri="{FF2B5EF4-FFF2-40B4-BE49-F238E27FC236}">
                <a16:creationId xmlns:a16="http://schemas.microsoft.com/office/drawing/2014/main" id="{691FF50D-B26B-3AE6-972B-AB9315D96FA0}"/>
              </a:ext>
            </a:extLst>
          </p:cNvPr>
          <p:cNvSpPr/>
          <p:nvPr/>
        </p:nvSpPr>
        <p:spPr>
          <a:xfrm>
            <a:off x="3175592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resource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3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3204000" y="8041283"/>
            <a:ext cx="324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Google *</a:t>
            </a:r>
            <a:endParaRPr lang="en-GB" altLang="ja-JP" sz="600" b="1" u="none" strike="noStrike" dirty="0">
              <a:solidFill>
                <a:srgbClr val="C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4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2278807" y="8064606"/>
            <a:ext cx="38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205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632408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partner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6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3617408" y="8042286"/>
            <a:ext cx="21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ADB</a:t>
            </a:r>
          </a:p>
        </p:txBody>
      </p:sp>
      <p:sp>
        <p:nvSpPr>
          <p:cNvPr id="207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3744000" y="8122286"/>
            <a:ext cx="39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AHA Centre</a:t>
            </a:r>
          </a:p>
        </p:txBody>
      </p:sp>
      <p:sp>
        <p:nvSpPr>
          <p:cNvPr id="208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4089224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partner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9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4123495" y="8042285"/>
            <a:ext cx="218008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ADPC</a:t>
            </a:r>
          </a:p>
        </p:txBody>
      </p:sp>
      <p:sp>
        <p:nvSpPr>
          <p:cNvPr id="210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4292632" y="8122286"/>
            <a:ext cx="218008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ADPC</a:t>
            </a:r>
          </a:p>
        </p:txBody>
      </p:sp>
      <p:sp>
        <p:nvSpPr>
          <p:cNvPr id="211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261960" y="82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4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718776" y="82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5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175592" y="8229712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6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632408" y="82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7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4089224" y="82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8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261960" y="8627286"/>
            <a:ext cx="436816" cy="192003"/>
          </a:xfrm>
          <a:prstGeom prst="rect">
            <a:avLst/>
          </a:prstGeom>
          <a:solidFill>
            <a:schemeClr val="accent2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ADRC Sec.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9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718776" y="86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20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175592" y="86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21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632408" y="86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22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4089224" y="8627286"/>
            <a:ext cx="436816" cy="192003"/>
          </a:xfrm>
          <a:prstGeom prst="rect">
            <a:avLst/>
          </a:prstGeom>
          <a:solidFill>
            <a:schemeClr val="accent2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ADRC Sec.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653FE8-07B0-44C9-0C57-A8A27F6FDC6C}"/>
              </a:ext>
            </a:extLst>
          </p:cNvPr>
          <p:cNvSpPr txBox="1"/>
          <p:nvPr/>
        </p:nvSpPr>
        <p:spPr>
          <a:xfrm>
            <a:off x="3677700" y="7682681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Mongolia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9501238-855A-295D-78A9-C0A414880A1E}"/>
              </a:ext>
            </a:extLst>
          </p:cNvPr>
          <p:cNvSpPr txBox="1"/>
          <p:nvPr/>
        </p:nvSpPr>
        <p:spPr>
          <a:xfrm>
            <a:off x="5179887" y="5196132"/>
            <a:ext cx="409366" cy="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/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F9DC028-13EE-D2C6-D5AE-B224950696DF}"/>
              </a:ext>
            </a:extLst>
          </p:cNvPr>
          <p:cNvSpPr txBox="1"/>
          <p:nvPr/>
        </p:nvSpPr>
        <p:spPr>
          <a:xfrm>
            <a:off x="5187229" y="5417926"/>
            <a:ext cx="409366" cy="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/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8F8574DB-5984-3F93-EC90-9BDDBE19C1E4}"/>
              </a:ext>
            </a:extLst>
          </p:cNvPr>
          <p:cNvSpPr/>
          <p:nvPr/>
        </p:nvSpPr>
        <p:spPr>
          <a:xfrm rot="16200000" flipH="1">
            <a:off x="4812230" y="3815362"/>
            <a:ext cx="470376" cy="178614"/>
          </a:xfrm>
          <a:prstGeom prst="rect">
            <a:avLst/>
          </a:prstGeom>
          <a:solidFill>
            <a:schemeClr val="accent2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ADRC Sec.</a:t>
            </a: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4407015B-F057-DAFC-1636-9BE56A97EC4E}"/>
              </a:ext>
            </a:extLst>
          </p:cNvPr>
          <p:cNvSpPr/>
          <p:nvPr/>
        </p:nvSpPr>
        <p:spPr>
          <a:xfrm rot="16200000" flipH="1">
            <a:off x="4812155" y="3318647"/>
            <a:ext cx="470376" cy="1786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AV</a:t>
            </a: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DC895F9B-3B6D-66A9-D251-31BC87E22F1D}"/>
              </a:ext>
            </a:extLst>
          </p:cNvPr>
          <p:cNvSpPr txBox="1"/>
          <p:nvPr/>
        </p:nvSpPr>
        <p:spPr>
          <a:xfrm>
            <a:off x="3821133" y="851782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JAXA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9EE1E316-4180-3E02-F4EC-4529BE0693D5}"/>
              </a:ext>
            </a:extLst>
          </p:cNvPr>
          <p:cNvSpPr txBox="1"/>
          <p:nvPr/>
        </p:nvSpPr>
        <p:spPr>
          <a:xfrm>
            <a:off x="3646133" y="8437428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JAXA</a:t>
            </a:r>
          </a:p>
        </p:txBody>
      </p:sp>
      <p:sp>
        <p:nvSpPr>
          <p:cNvPr id="64" name="テキスト ボックス 144">
            <a:extLst>
              <a:ext uri="{FF2B5EF4-FFF2-40B4-BE49-F238E27FC236}">
                <a16:creationId xmlns:a16="http://schemas.microsoft.com/office/drawing/2014/main" id="{9C2A582F-99E6-0B88-8647-3AEFD79ACC22}"/>
              </a:ext>
            </a:extLst>
          </p:cNvPr>
          <p:cNvSpPr txBox="1"/>
          <p:nvPr/>
        </p:nvSpPr>
        <p:spPr>
          <a:xfrm>
            <a:off x="4102632" y="8447135"/>
            <a:ext cx="251672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Nepal</a:t>
            </a:r>
          </a:p>
        </p:txBody>
      </p:sp>
      <p:sp>
        <p:nvSpPr>
          <p:cNvPr id="68" name="テキスト ボックス 144">
            <a:extLst>
              <a:ext uri="{FF2B5EF4-FFF2-40B4-BE49-F238E27FC236}">
                <a16:creationId xmlns:a16="http://schemas.microsoft.com/office/drawing/2014/main" id="{7A4684C1-F671-F71E-E47A-D4652D88B21D}"/>
              </a:ext>
            </a:extLst>
          </p:cNvPr>
          <p:cNvSpPr txBox="1"/>
          <p:nvPr/>
        </p:nvSpPr>
        <p:spPr>
          <a:xfrm>
            <a:off x="4292632" y="8522286"/>
            <a:ext cx="251672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6692D1C1-0754-F832-38B7-DC197E75AAAE}"/>
              </a:ext>
            </a:extLst>
          </p:cNvPr>
          <p:cNvSpPr/>
          <p:nvPr/>
        </p:nvSpPr>
        <p:spPr>
          <a:xfrm rot="5400000">
            <a:off x="1570033" y="5290130"/>
            <a:ext cx="470376" cy="178614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member</a:t>
            </a:r>
            <a:endParaRPr kumimoji="0" lang="ja-JP" altLang="ja-JP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27B2054D-EC89-AA57-D4E6-013866F36385}"/>
              </a:ext>
            </a:extLst>
          </p:cNvPr>
          <p:cNvSpPr/>
          <p:nvPr/>
        </p:nvSpPr>
        <p:spPr>
          <a:xfrm rot="5400000">
            <a:off x="1565355" y="4793873"/>
            <a:ext cx="470376" cy="178614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member</a:t>
            </a:r>
            <a:endParaRPr kumimoji="0" lang="ja-JP" altLang="ja-JP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E497BA2D-96B4-0887-1A2D-8A6DA9E0E0FB}"/>
              </a:ext>
            </a:extLst>
          </p:cNvPr>
          <p:cNvSpPr txBox="1"/>
          <p:nvPr/>
        </p:nvSpPr>
        <p:spPr>
          <a:xfrm>
            <a:off x="1188000" y="6684819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India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FEDC7B12-4EB4-428B-DA9C-C69544F8199C}"/>
              </a:ext>
            </a:extLst>
          </p:cNvPr>
          <p:cNvSpPr txBox="1"/>
          <p:nvPr/>
        </p:nvSpPr>
        <p:spPr>
          <a:xfrm>
            <a:off x="1353872" y="6953734"/>
            <a:ext cx="304684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/>
            </a:r>
          </a:p>
        </p:txBody>
      </p:sp>
      <p:sp>
        <p:nvSpPr>
          <p:cNvPr id="4" name="テキスト ボックス 166">
            <a:extLst>
              <a:ext uri="{FF2B5EF4-FFF2-40B4-BE49-F238E27FC236}">
                <a16:creationId xmlns:a16="http://schemas.microsoft.com/office/drawing/2014/main" id="{AE2CC6EB-5911-A50B-1E54-C6CB9F19A536}"/>
              </a:ext>
            </a:extLst>
          </p:cNvPr>
          <p:cNvSpPr txBox="1"/>
          <p:nvPr/>
        </p:nvSpPr>
        <p:spPr>
          <a:xfrm>
            <a:off x="5184000" y="7174805"/>
            <a:ext cx="503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7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3175592" y="8443709"/>
            <a:ext cx="36227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JICA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959B517-7C70-1A64-9418-9FC9EBA9EE71}"/>
              </a:ext>
            </a:extLst>
          </p:cNvPr>
          <p:cNvSpPr txBox="1"/>
          <p:nvPr/>
        </p:nvSpPr>
        <p:spPr>
          <a:xfrm>
            <a:off x="5184000" y="6189304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Viet Nam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21583BB-8EFF-0C50-BB44-FE801A77D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256" y="388570"/>
            <a:ext cx="3084101" cy="2732887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8DF67ED-41A0-8BC8-B7FA-653D1B949F3D}"/>
              </a:ext>
            </a:extLst>
          </p:cNvPr>
          <p:cNvSpPr/>
          <p:nvPr/>
        </p:nvSpPr>
        <p:spPr>
          <a:xfrm>
            <a:off x="1611163" y="338554"/>
            <a:ext cx="409366" cy="881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974E23B-7F15-BE3B-564D-2F76350CF7C4}"/>
              </a:ext>
            </a:extLst>
          </p:cNvPr>
          <p:cNvSpPr/>
          <p:nvPr/>
        </p:nvSpPr>
        <p:spPr>
          <a:xfrm>
            <a:off x="3223042" y="1227909"/>
            <a:ext cx="756000" cy="1319259"/>
          </a:xfrm>
          <a:prstGeom prst="rect">
            <a:avLst/>
          </a:prstGeom>
          <a:noFill/>
          <a:ln>
            <a:solidFill>
              <a:srgbClr val="4BAC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F78BD0D8-6B6C-9FB8-6FBE-F4FA1C2675E2}"/>
              </a:ext>
            </a:extLst>
          </p:cNvPr>
          <p:cNvCxnSpPr>
            <a:cxnSpLocks/>
          </p:cNvCxnSpPr>
          <p:nvPr/>
        </p:nvCxnSpPr>
        <p:spPr>
          <a:xfrm flipH="1">
            <a:off x="1387843" y="2534480"/>
            <a:ext cx="1842998" cy="919294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DE6FC1F6-C0C2-087E-EACD-CD43BC58770B}"/>
              </a:ext>
            </a:extLst>
          </p:cNvPr>
          <p:cNvCxnSpPr>
            <a:cxnSpLocks/>
          </p:cNvCxnSpPr>
          <p:nvPr/>
        </p:nvCxnSpPr>
        <p:spPr>
          <a:xfrm>
            <a:off x="3962151" y="2540278"/>
            <a:ext cx="1994206" cy="914614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166">
            <a:extLst>
              <a:ext uri="{FF2B5EF4-FFF2-40B4-BE49-F238E27FC236}">
                <a16:creationId xmlns:a16="http://schemas.microsoft.com/office/drawing/2014/main" id="{5CA8BD2E-5AE1-0D9E-AF0E-DD11C47E626D}"/>
              </a:ext>
            </a:extLst>
          </p:cNvPr>
          <p:cNvSpPr txBox="1"/>
          <p:nvPr/>
        </p:nvSpPr>
        <p:spPr>
          <a:xfrm>
            <a:off x="3348000" y="8523498"/>
            <a:ext cx="36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Tohoku U</a:t>
            </a:r>
          </a:p>
        </p:txBody>
      </p:sp>
      <p:sp>
        <p:nvSpPr>
          <p:cNvPr id="61" name="テキスト ボックス 166">
            <a:extLst>
              <a:ext uri="{FF2B5EF4-FFF2-40B4-BE49-F238E27FC236}">
                <a16:creationId xmlns:a16="http://schemas.microsoft.com/office/drawing/2014/main" id="{A1AEA476-1755-C219-DDD1-E6ADE9714580}"/>
              </a:ext>
            </a:extLst>
          </p:cNvPr>
          <p:cNvSpPr txBox="1"/>
          <p:nvPr/>
        </p:nvSpPr>
        <p:spPr>
          <a:xfrm>
            <a:off x="3394000" y="8139585"/>
            <a:ext cx="21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BRIN</a:t>
            </a:r>
          </a:p>
        </p:txBody>
      </p:sp>
      <p:sp>
        <p:nvSpPr>
          <p:cNvPr id="66" name="テキスト ボックス 144">
            <a:extLst>
              <a:ext uri="{FF2B5EF4-FFF2-40B4-BE49-F238E27FC236}">
                <a16:creationId xmlns:a16="http://schemas.microsoft.com/office/drawing/2014/main" id="{11F43767-B95C-5700-257B-0BD02CE03B17}"/>
              </a:ext>
            </a:extLst>
          </p:cNvPr>
          <p:cNvSpPr txBox="1"/>
          <p:nvPr/>
        </p:nvSpPr>
        <p:spPr>
          <a:xfrm>
            <a:off x="2700000" y="8041495"/>
            <a:ext cx="36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 VM*</a:t>
            </a:r>
            <a:endParaRPr lang="en-GB" altLang="ja-JP" sz="600" b="1" u="none" strike="noStrike" dirty="0">
              <a:solidFill>
                <a:srgbClr val="C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4" name="テキスト ボックス 144">
            <a:extLst>
              <a:ext uri="{FF2B5EF4-FFF2-40B4-BE49-F238E27FC236}">
                <a16:creationId xmlns:a16="http://schemas.microsoft.com/office/drawing/2014/main" id="{B980B237-3138-DFDE-DFAC-446957DEDF02}"/>
              </a:ext>
            </a:extLst>
          </p:cNvPr>
          <p:cNvSpPr txBox="1"/>
          <p:nvPr/>
        </p:nvSpPr>
        <p:spPr>
          <a:xfrm>
            <a:off x="2891445" y="8131766"/>
            <a:ext cx="2132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  <a:endParaRPr lang="en-GB" altLang="ja-JP" sz="600" b="1" u="none" strike="noStrike" dirty="0">
              <a:solidFill>
                <a:srgbClr val="C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2" name="テキスト ボックス 144">
            <a:extLst>
              <a:ext uri="{FF2B5EF4-FFF2-40B4-BE49-F238E27FC236}">
                <a16:creationId xmlns:a16="http://schemas.microsoft.com/office/drawing/2014/main" id="{8C3CCE80-8026-B4F1-0755-BC08D4839C45}"/>
              </a:ext>
            </a:extLst>
          </p:cNvPr>
          <p:cNvSpPr txBox="1"/>
          <p:nvPr/>
        </p:nvSpPr>
        <p:spPr>
          <a:xfrm>
            <a:off x="2500841" y="8134934"/>
            <a:ext cx="168316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  <a:endParaRPr lang="en-GB" altLang="ja-JP" sz="600" b="1" u="none" strike="noStrike" dirty="0">
              <a:solidFill>
                <a:srgbClr val="C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6EF6BFB9-C5EA-AB2E-5AB9-23951CC5148B}"/>
              </a:ext>
            </a:extLst>
          </p:cNvPr>
          <p:cNvSpPr txBox="1"/>
          <p:nvPr/>
        </p:nvSpPr>
        <p:spPr>
          <a:xfrm>
            <a:off x="4322910" y="7200000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Pakistan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8F8574DB-5984-3F93-EC90-9BDDBE19C1E4}"/>
              </a:ext>
            </a:extLst>
          </p:cNvPr>
          <p:cNvSpPr/>
          <p:nvPr/>
        </p:nvSpPr>
        <p:spPr>
          <a:xfrm rot="16200000" flipH="1">
            <a:off x="4812230" y="4068000"/>
            <a:ext cx="470376" cy="178614"/>
          </a:xfrm>
          <a:prstGeom prst="rect">
            <a:avLst/>
          </a:prstGeom>
          <a:solidFill>
            <a:schemeClr val="accent2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ADRC Sec.</a:t>
            </a: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7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2268000" y="8460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58" name="テキスト ボックス 166">
            <a:extLst>
              <a:ext uri="{FF2B5EF4-FFF2-40B4-BE49-F238E27FC236}">
                <a16:creationId xmlns:a16="http://schemas.microsoft.com/office/drawing/2014/main" id="{5CA8BD2E-5AE1-0D9E-AF0E-DD11C47E626D}"/>
              </a:ext>
            </a:extLst>
          </p:cNvPr>
          <p:cNvSpPr txBox="1"/>
          <p:nvPr/>
        </p:nvSpPr>
        <p:spPr>
          <a:xfrm>
            <a:off x="2484000" y="8532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7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2736000" y="8460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</a:p>
        </p:txBody>
      </p:sp>
      <p:sp>
        <p:nvSpPr>
          <p:cNvPr id="58" name="テキスト ボックス 166">
            <a:extLst>
              <a:ext uri="{FF2B5EF4-FFF2-40B4-BE49-F238E27FC236}">
                <a16:creationId xmlns:a16="http://schemas.microsoft.com/office/drawing/2014/main" id="{5CA8BD2E-5AE1-0D9E-AF0E-DD11C47E626D}"/>
              </a:ext>
            </a:extLst>
          </p:cNvPr>
          <p:cNvSpPr txBox="1"/>
          <p:nvPr/>
        </p:nvSpPr>
        <p:spPr>
          <a:xfrm>
            <a:off x="2951999" y="8532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</a:p>
        </p:txBody>
      </p:sp>
      <p:sp>
        <p:nvSpPr>
          <p:cNvPr id="7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2736000" y="8838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PNG</a:t>
            </a:r>
          </a:p>
        </p:txBody>
      </p:sp>
      <p:sp>
        <p:nvSpPr>
          <p:cNvPr id="58" name="テキスト ボックス 166">
            <a:extLst>
              <a:ext uri="{FF2B5EF4-FFF2-40B4-BE49-F238E27FC236}">
                <a16:creationId xmlns:a16="http://schemas.microsoft.com/office/drawing/2014/main" id="{5CA8BD2E-5AE1-0D9E-AF0E-DD11C47E626D}"/>
              </a:ext>
            </a:extLst>
          </p:cNvPr>
          <p:cNvSpPr txBox="1"/>
          <p:nvPr/>
        </p:nvSpPr>
        <p:spPr>
          <a:xfrm>
            <a:off x="2951999" y="8920800"/>
            <a:ext cx="324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Pakistan</a:t>
            </a:r>
          </a:p>
        </p:txBody>
      </p:sp>
      <p:sp>
        <p:nvSpPr>
          <p:cNvPr id="7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3168000" y="8856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/>
            </a:r>
          </a:p>
        </p:txBody>
      </p:sp>
      <p:sp>
        <p:nvSpPr>
          <p:cNvPr id="7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1080000" y="9054000"/>
            <a:ext cx="4752000" cy="827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配席 最終案 10/1（荒木田案に児玉案 10/1 を統合）: U 字 28 席＝左脚上端 Singapore×2 → NZ・AUS（アドバイザー）→ Azerbaijan からアルファベット順に左脚・底・右脚を回り、Japan が底の左端、Armenia と ADRC（三浦・北本）が右脚上端（AV 卓・事務局側）。</a:t>
            </a:r>
          </a:p>
          <a:p>
            <a:r>
              <a:rPr sz="600">
                <a:latin typeface="Meiryo UI"/>
              </a:rPr>
              <a:t>側面列: 左 12 席＝左脚各国の随員（3 席予備）。右 12 席＝上端 2 卓 4 席を ADRC 事務局に転用（AV 脇 2＋壁沿い追加 2 と合わせ 8 席、Expo に提案中）、残り 8 席に宮木所長と右脚各国の随員。</a:t>
            </a:r>
          </a:p>
          <a:p>
            <a:r>
              <a:rPr sz="600">
                <a:latin typeface="Meiryo UI"/>
              </a:rPr>
              <a:t>教室型 30 席: 左 2 列を日本側（内閣府 4・仙台市 4・JICA・東北大・JAXA 2、赤字）、右を資源者・パートナー（Google・BRIN・ADB・AHA・ADPC・Nepal・ROK・PNG・Pakistan）。後列両端 ADRC 事務局（予備）。* 卓上マイク（RT 発言: Google・仙台副市長）。シアター 54 席は SEPDM・オブザーバー、名札なし。</a:t>
            </a:r>
          </a:p>
          <a:p>
            <a:r>
              <a:rPr sz="600">
                <a:latin typeface="Meiryo UI"/>
              </a:rPr>
              <a:t>要確認: Fiji 2 人目、Nepal の参加区分（メンバー国の政府代表なら U 字へ）、Expo の U 字 28 席の卓割（11＋6＋11 で作図）。</a:t>
            </a:r>
          </a:p>
        </p:txBody>
      </p:sp>
    </p:spTree>
    <p:extLst>
      <p:ext uri="{BB962C8B-B14F-4D97-AF65-F5344CB8AC3E}">
        <p14:creationId xmlns:p14="http://schemas.microsoft.com/office/powerpoint/2010/main" val="2319208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176</TotalTime>
  <Words>147</Words>
  <Application>Microsoft Office PowerPoint</Application>
  <PresentationFormat>A4 210 x 297 mm</PresentationFormat>
  <Paragraphs>115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Meiryo UI</vt:lpstr>
      <vt:lpstr>Aptos</vt:lpstr>
      <vt:lpstr>Aptos Display</vt:lpstr>
      <vt:lpstr>Arial</vt:lpstr>
      <vt:lpstr>Calibri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ADRC_Kodama</dc:creator>
  <cp:lastModifiedBy>ADRC_Kodama</cp:lastModifiedBy>
  <cp:revision>10</cp:revision>
  <dcterms:created xsi:type="dcterms:W3CDTF">2025-12-12T06:11:27Z</dcterms:created>
  <dcterms:modified xsi:type="dcterms:W3CDTF">2026-10-01T04:57:32Z</dcterms:modified>
</cp:coreProperties>
</file>