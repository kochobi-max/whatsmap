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A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200" d="100"/>
          <a:sy n="200" d="100"/>
        </p:scale>
        <p:origin x="-570" y="-6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8287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44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45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45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585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589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56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466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4684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20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29690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961B0-7270-456C-AC74-1D0A7D8B8ED1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6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A332D2-8246-7F03-0928-5C9F39ECEC3D}"/>
              </a:ext>
            </a:extLst>
          </p:cNvPr>
          <p:cNvSpPr txBox="1"/>
          <p:nvPr/>
        </p:nvSpPr>
        <p:spPr>
          <a:xfrm>
            <a:off x="2020529" y="0"/>
            <a:ext cx="2625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ACDR2026</a:t>
            </a:r>
            <a:r>
              <a:rPr kumimoji="1" lang="ja-JP" altLang="en-US" dirty="0"/>
              <a:t>　配席表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FF21DF63-3959-E86B-E9B6-E364C124474F}"/>
              </a:ext>
            </a:extLst>
          </p:cNvPr>
          <p:cNvSpPr/>
          <p:nvPr/>
        </p:nvSpPr>
        <p:spPr>
          <a:xfrm rot="1817373">
            <a:off x="3325746" y="3408733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AD27987-DE9B-8455-E20C-F526A542681A}"/>
              </a:ext>
            </a:extLst>
          </p:cNvPr>
          <p:cNvSpPr/>
          <p:nvPr/>
        </p:nvSpPr>
        <p:spPr>
          <a:xfrm rot="19847151">
            <a:off x="1911815" y="3640314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473CAB6-944C-2DD4-529B-BD7072CE9108}"/>
              </a:ext>
            </a:extLst>
          </p:cNvPr>
          <p:cNvSpPr/>
          <p:nvPr/>
        </p:nvSpPr>
        <p:spPr>
          <a:xfrm rot="19897458">
            <a:off x="2314761" y="3421825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F488C59-3B03-FDB7-5DB3-13BBEC31960B}"/>
              </a:ext>
            </a:extLst>
          </p:cNvPr>
          <p:cNvGrpSpPr/>
          <p:nvPr/>
        </p:nvGrpSpPr>
        <p:grpSpPr>
          <a:xfrm>
            <a:off x="2088377" y="4245675"/>
            <a:ext cx="183893" cy="1945294"/>
            <a:chOff x="5171" y="318090"/>
            <a:chExt cx="205197" cy="1975758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F932579E-E451-D7A3-EAFB-A5EAB7D8E51A}"/>
                </a:ext>
              </a:extLst>
            </p:cNvPr>
            <p:cNvSpPr/>
            <p:nvPr/>
          </p:nvSpPr>
          <p:spPr>
            <a:xfrm rot="5400000">
              <a:off x="-134047" y="457308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7347697-6942-A5E1-817B-F743011C8968}"/>
                </a:ext>
              </a:extLst>
            </p:cNvPr>
            <p:cNvSpPr/>
            <p:nvPr/>
          </p:nvSpPr>
          <p:spPr>
            <a:xfrm rot="5400000">
              <a:off x="-128405" y="1456400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7F3187C-6A81-2B62-4CB0-C93212B696F7}"/>
                </a:ext>
              </a:extLst>
            </p:cNvPr>
            <p:cNvSpPr/>
            <p:nvPr/>
          </p:nvSpPr>
          <p:spPr>
            <a:xfrm rot="5400000">
              <a:off x="-131675" y="959505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C85194FB-678B-634F-91CD-0F2C91289EE2}"/>
                </a:ext>
              </a:extLst>
            </p:cNvPr>
            <p:cNvSpPr/>
            <p:nvPr/>
          </p:nvSpPr>
          <p:spPr>
            <a:xfrm rot="5400000">
              <a:off x="-128156" y="1955324"/>
              <a:ext cx="477742" cy="199306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3747975-35BB-591C-2F06-B991E98CDFF1}"/>
              </a:ext>
            </a:extLst>
          </p:cNvPr>
          <p:cNvSpPr/>
          <p:nvPr/>
        </p:nvSpPr>
        <p:spPr>
          <a:xfrm>
            <a:off x="2300652" y="696694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FEB47373-F704-0914-74A9-4FF8B0A70030}"/>
              </a:ext>
            </a:extLst>
          </p:cNvPr>
          <p:cNvGrpSpPr/>
          <p:nvPr/>
        </p:nvGrpSpPr>
        <p:grpSpPr>
          <a:xfrm>
            <a:off x="3665570" y="4252045"/>
            <a:ext cx="183893" cy="2906901"/>
            <a:chOff x="3470592" y="4047114"/>
            <a:chExt cx="183893" cy="2906901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893509BF-B6D5-21F7-BCC6-18A657C7D94C}"/>
                </a:ext>
              </a:extLst>
            </p:cNvPr>
            <p:cNvGrpSpPr/>
            <p:nvPr/>
          </p:nvGrpSpPr>
          <p:grpSpPr>
            <a:xfrm>
              <a:off x="3470592" y="4047114"/>
              <a:ext cx="183893" cy="1945294"/>
              <a:chOff x="2318242" y="295030"/>
              <a:chExt cx="205197" cy="1975758"/>
            </a:xfrm>
          </p:grpSpPr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3C1A60F3-E989-F838-3F7E-C9C1E905D3D6}"/>
                  </a:ext>
                </a:extLst>
              </p:cNvPr>
              <p:cNvSpPr/>
              <p:nvPr/>
            </p:nvSpPr>
            <p:spPr>
              <a:xfrm rot="5400000">
                <a:off x="2179024" y="434248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1" lang="ja-JP" altLang="en-US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492FF4AF-D254-8964-DA03-3F13DC123F29}"/>
                  </a:ext>
                </a:extLst>
              </p:cNvPr>
              <p:cNvSpPr/>
              <p:nvPr/>
            </p:nvSpPr>
            <p:spPr>
              <a:xfrm rot="5400000">
                <a:off x="2184666" y="1433340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149B835A-E44B-A36D-7835-B6735F70F9F0}"/>
                  </a:ext>
                </a:extLst>
              </p:cNvPr>
              <p:cNvSpPr/>
              <p:nvPr/>
            </p:nvSpPr>
            <p:spPr>
              <a:xfrm rot="5400000">
                <a:off x="2181396" y="936445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1D61DC77-4CF2-F927-94EF-0AC6A623BB72}"/>
                  </a:ext>
                </a:extLst>
              </p:cNvPr>
              <p:cNvSpPr/>
              <p:nvPr/>
            </p:nvSpPr>
            <p:spPr>
              <a:xfrm rot="5400000">
                <a:off x="2184915" y="1932264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</p:grp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3190FC1D-FD74-DFD2-4474-AB087FC0E1A3}"/>
                </a:ext>
              </a:extLst>
            </p:cNvPr>
            <p:cNvSpPr/>
            <p:nvPr/>
          </p:nvSpPr>
          <p:spPr>
            <a:xfrm rot="5400000">
              <a:off x="3324711" y="61487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199560F1-04DB-4AED-6B4D-60307828E957}"/>
                </a:ext>
              </a:extLst>
            </p:cNvPr>
            <p:cNvSpPr/>
            <p:nvPr/>
          </p:nvSpPr>
          <p:spPr>
            <a:xfrm rot="5400000">
              <a:off x="3324711" y="6629520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0017BE9-91C4-8CD0-EE92-3F374D052AC8}"/>
              </a:ext>
            </a:extLst>
          </p:cNvPr>
          <p:cNvSpPr/>
          <p:nvPr/>
        </p:nvSpPr>
        <p:spPr>
          <a:xfrm rot="5400000">
            <a:off x="1956265" y="6361165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A4DF5EC-6889-CACA-A19D-00ECBBA3226E}"/>
              </a:ext>
            </a:extLst>
          </p:cNvPr>
          <p:cNvSpPr/>
          <p:nvPr/>
        </p:nvSpPr>
        <p:spPr>
          <a:xfrm rot="5400000">
            <a:off x="1966103" y="6827622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7D8821F2-2B57-5C45-292A-FD7756CC4CB0}"/>
              </a:ext>
            </a:extLst>
          </p:cNvPr>
          <p:cNvGrpSpPr/>
          <p:nvPr/>
        </p:nvGrpSpPr>
        <p:grpSpPr>
          <a:xfrm>
            <a:off x="4533293" y="4252045"/>
            <a:ext cx="183893" cy="2906901"/>
            <a:chOff x="3470592" y="4047114"/>
            <a:chExt cx="183893" cy="2906901"/>
          </a:xfrm>
        </p:grpSpPr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CFC4889F-E8C8-85BB-6AD4-FB7C77A76D4B}"/>
                </a:ext>
              </a:extLst>
            </p:cNvPr>
            <p:cNvGrpSpPr/>
            <p:nvPr/>
          </p:nvGrpSpPr>
          <p:grpSpPr>
            <a:xfrm>
              <a:off x="3470592" y="4047114"/>
              <a:ext cx="183893" cy="1945294"/>
              <a:chOff x="2318242" y="295030"/>
              <a:chExt cx="205197" cy="1975758"/>
            </a:xfrm>
          </p:grpSpPr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6333543B-CBB9-F1DD-B92F-06E3C56CD860}"/>
                  </a:ext>
                </a:extLst>
              </p:cNvPr>
              <p:cNvSpPr/>
              <p:nvPr/>
            </p:nvSpPr>
            <p:spPr>
              <a:xfrm rot="5400000">
                <a:off x="2179024" y="434248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1" lang="ja-JP" altLang="en-US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9B5F02C9-1E10-C73F-E00D-B76975C1CFE4}"/>
                  </a:ext>
                </a:extLst>
              </p:cNvPr>
              <p:cNvSpPr/>
              <p:nvPr/>
            </p:nvSpPr>
            <p:spPr>
              <a:xfrm rot="5400000">
                <a:off x="2184666" y="1433340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46" name="正方形/長方形 45">
                <a:extLst>
                  <a:ext uri="{FF2B5EF4-FFF2-40B4-BE49-F238E27FC236}">
                    <a16:creationId xmlns:a16="http://schemas.microsoft.com/office/drawing/2014/main" id="{8E1CCD95-0CF7-DB1E-791F-9374CB3E4BF0}"/>
                  </a:ext>
                </a:extLst>
              </p:cNvPr>
              <p:cNvSpPr/>
              <p:nvPr/>
            </p:nvSpPr>
            <p:spPr>
              <a:xfrm rot="5400000">
                <a:off x="2181396" y="936445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EB3AF8E5-32FE-39CA-323D-7E85FA636433}"/>
                  </a:ext>
                </a:extLst>
              </p:cNvPr>
              <p:cNvSpPr/>
              <p:nvPr/>
            </p:nvSpPr>
            <p:spPr>
              <a:xfrm rot="5400000">
                <a:off x="2184915" y="1932264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</p:grp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1C3A553A-5437-FACB-8781-4198AAF0188C}"/>
                </a:ext>
              </a:extLst>
            </p:cNvPr>
            <p:cNvSpPr/>
            <p:nvPr/>
          </p:nvSpPr>
          <p:spPr>
            <a:xfrm rot="5400000">
              <a:off x="3324711" y="61487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0984BA69-3357-F793-0DC7-F974BB16BD3F}"/>
                </a:ext>
              </a:extLst>
            </p:cNvPr>
            <p:cNvSpPr/>
            <p:nvPr/>
          </p:nvSpPr>
          <p:spPr>
            <a:xfrm rot="5400000">
              <a:off x="3324711" y="6629520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FE3EDF58-7C73-F49E-F6D7-B2C1590CD6D0}"/>
              </a:ext>
            </a:extLst>
          </p:cNvPr>
          <p:cNvGrpSpPr/>
          <p:nvPr/>
        </p:nvGrpSpPr>
        <p:grpSpPr>
          <a:xfrm>
            <a:off x="1297542" y="5228904"/>
            <a:ext cx="183896" cy="1923213"/>
            <a:chOff x="3470592" y="5030802"/>
            <a:chExt cx="183896" cy="1923213"/>
          </a:xfrm>
        </p:grpSpPr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FD91E0F3-19DF-F5B6-B8D5-918CDCB498AD}"/>
                </a:ext>
              </a:extLst>
            </p:cNvPr>
            <p:cNvGrpSpPr/>
            <p:nvPr/>
          </p:nvGrpSpPr>
          <p:grpSpPr>
            <a:xfrm>
              <a:off x="3475651" y="5030802"/>
              <a:ext cx="178837" cy="961607"/>
              <a:chOff x="2323884" y="1294122"/>
              <a:chExt cx="199555" cy="976666"/>
            </a:xfrm>
          </p:grpSpPr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700C1B2A-1DF0-3986-B0B8-EBC97FFF705C}"/>
                  </a:ext>
                </a:extLst>
              </p:cNvPr>
              <p:cNvSpPr/>
              <p:nvPr/>
            </p:nvSpPr>
            <p:spPr>
              <a:xfrm rot="5400000">
                <a:off x="2184666" y="1433340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  <p:sp>
            <p:nvSpPr>
              <p:cNvPr id="55" name="正方形/長方形 54">
                <a:extLst>
                  <a:ext uri="{FF2B5EF4-FFF2-40B4-BE49-F238E27FC236}">
                    <a16:creationId xmlns:a16="http://schemas.microsoft.com/office/drawing/2014/main" id="{945E6FF5-D9BA-F0D8-B5A7-96B357EFFCF1}"/>
                  </a:ext>
                </a:extLst>
              </p:cNvPr>
              <p:cNvSpPr/>
              <p:nvPr/>
            </p:nvSpPr>
            <p:spPr>
              <a:xfrm rot="5400000">
                <a:off x="2184915" y="1932264"/>
                <a:ext cx="477742" cy="199306"/>
              </a:xfrm>
              <a:prstGeom prst="rect">
                <a:avLst/>
              </a:prstGeom>
              <a:solidFill>
                <a:srgbClr val="4BACC6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6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50" charset="-128"/>
                    <a:cs typeface="+mn-cs"/>
                  </a:rPr>
                  <a:t>member</a:t>
                </a:r>
                <a:endParaRPr kumimoji="0" lang="ja-JP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endParaRPr>
              </a:p>
            </p:txBody>
          </p:sp>
        </p:grp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0B647ED0-614C-A354-8E67-9388150BFF88}"/>
                </a:ext>
              </a:extLst>
            </p:cNvPr>
            <p:cNvSpPr/>
            <p:nvPr/>
          </p:nvSpPr>
          <p:spPr>
            <a:xfrm rot="5400000">
              <a:off x="3324711" y="61487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2176C9F1-8DF5-EAA2-7BC5-5286C9B4B9F3}"/>
                </a:ext>
              </a:extLst>
            </p:cNvPr>
            <p:cNvSpPr/>
            <p:nvPr/>
          </p:nvSpPr>
          <p:spPr>
            <a:xfrm rot="5400000">
              <a:off x="3324711" y="6629520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6D8584E6-C71E-0F43-44DC-1EC9E4DC915A}"/>
              </a:ext>
            </a:extLst>
          </p:cNvPr>
          <p:cNvSpPr txBox="1"/>
          <p:nvPr/>
        </p:nvSpPr>
        <p:spPr>
          <a:xfrm>
            <a:off x="3912236" y="5043457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8936CACE-AE0C-27F7-DCE0-69912FF98B7A}"/>
              </a:ext>
            </a:extLst>
          </p:cNvPr>
          <p:cNvSpPr txBox="1"/>
          <p:nvPr/>
        </p:nvSpPr>
        <p:spPr>
          <a:xfrm>
            <a:off x="1661907" y="4804243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ja-JP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Azerbaijan</a:t>
            </a:r>
            <a:endParaRPr lang="ja-JP" altLang="ja-JP" sz="600" b="0" i="0" u="none" strike="noStrike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E96D28C2-9A99-96C2-A2F3-1FF6221D12BD}"/>
              </a:ext>
            </a:extLst>
          </p:cNvPr>
          <p:cNvSpPr txBox="1"/>
          <p:nvPr/>
        </p:nvSpPr>
        <p:spPr>
          <a:xfrm>
            <a:off x="3912236" y="5319542"/>
            <a:ext cx="478157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AUS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3080ED1C-425E-D5F2-26DF-06159AF7CB04}"/>
              </a:ext>
            </a:extLst>
          </p:cNvPr>
          <p:cNvSpPr txBox="1"/>
          <p:nvPr/>
        </p:nvSpPr>
        <p:spPr>
          <a:xfrm>
            <a:off x="3927156" y="5537913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EF0A41B-F42C-A54B-527E-7370075B6B60}"/>
              </a:ext>
            </a:extLst>
          </p:cNvPr>
          <p:cNvSpPr txBox="1"/>
          <p:nvPr/>
        </p:nvSpPr>
        <p:spPr>
          <a:xfrm>
            <a:off x="3914965" y="5800919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Uzbekistan</a:t>
            </a: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A0D0094-CFE9-4FA0-3E03-8FEF204A9BBC}"/>
              </a:ext>
            </a:extLst>
          </p:cNvPr>
          <p:cNvSpPr txBox="1"/>
          <p:nvPr/>
        </p:nvSpPr>
        <p:spPr>
          <a:xfrm>
            <a:off x="3914965" y="6055298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65A779D0-D4B6-513C-43F7-7857ABEE0531}"/>
              </a:ext>
            </a:extLst>
          </p:cNvPr>
          <p:cNvSpPr txBox="1"/>
          <p:nvPr/>
        </p:nvSpPr>
        <p:spPr>
          <a:xfrm>
            <a:off x="3914965" y="629744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Thailand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6EF6BFB9-C5EA-AB2E-5AB9-23951CC5148B}"/>
              </a:ext>
            </a:extLst>
          </p:cNvPr>
          <p:cNvSpPr txBox="1"/>
          <p:nvPr/>
        </p:nvSpPr>
        <p:spPr>
          <a:xfrm>
            <a:off x="3904894" y="656184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Sri Lanka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7230E3CF-2C69-78FC-355F-D3FE7734B380}"/>
              </a:ext>
            </a:extLst>
          </p:cNvPr>
          <p:cNvSpPr txBox="1"/>
          <p:nvPr/>
        </p:nvSpPr>
        <p:spPr>
          <a:xfrm>
            <a:off x="2932576" y="719855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FD1AB3CE-7BB8-0184-03C2-4C91BB9F47D8}"/>
              </a:ext>
            </a:extLst>
          </p:cNvPr>
          <p:cNvSpPr txBox="1"/>
          <p:nvPr/>
        </p:nvSpPr>
        <p:spPr>
          <a:xfrm>
            <a:off x="2805026" y="7296393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Myanmar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83FCC560-6F4D-4532-B5E2-C1132685646A}"/>
              </a:ext>
            </a:extLst>
          </p:cNvPr>
          <p:cNvSpPr txBox="1"/>
          <p:nvPr/>
        </p:nvSpPr>
        <p:spPr>
          <a:xfrm>
            <a:off x="2336045" y="719632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Mongolia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13A8D2F2-5B72-C535-1237-DF90FC5AA7C9}"/>
              </a:ext>
            </a:extLst>
          </p:cNvPr>
          <p:cNvSpPr txBox="1"/>
          <p:nvPr/>
        </p:nvSpPr>
        <p:spPr>
          <a:xfrm>
            <a:off x="3912236" y="4813663"/>
            <a:ext cx="409366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Armenia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6EF48BBD-6522-C357-44F8-A32F7EF08FA0}"/>
              </a:ext>
            </a:extLst>
          </p:cNvPr>
          <p:cNvSpPr txBox="1"/>
          <p:nvPr/>
        </p:nvSpPr>
        <p:spPr>
          <a:xfrm>
            <a:off x="1670442" y="5478253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Brunei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DE95C956-8D49-B3D7-DC25-4A4AF490A7CF}"/>
              </a:ext>
            </a:extLst>
          </p:cNvPr>
          <p:cNvSpPr txBox="1"/>
          <p:nvPr/>
        </p:nvSpPr>
        <p:spPr>
          <a:xfrm>
            <a:off x="1636988" y="5271849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Bhutan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F110F1C6-EB50-4DB2-65CC-D81560ED4EAF}"/>
              </a:ext>
            </a:extLst>
          </p:cNvPr>
          <p:cNvSpPr txBox="1"/>
          <p:nvPr/>
        </p:nvSpPr>
        <p:spPr>
          <a:xfrm>
            <a:off x="1712574" y="457068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623FA521-06F1-908C-FCB3-45FCABE7A107}"/>
              </a:ext>
            </a:extLst>
          </p:cNvPr>
          <p:cNvSpPr txBox="1"/>
          <p:nvPr/>
        </p:nvSpPr>
        <p:spPr>
          <a:xfrm>
            <a:off x="1749593" y="431840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F74FBB56-0A59-D035-B6C5-DDED0580D2B7}"/>
              </a:ext>
            </a:extLst>
          </p:cNvPr>
          <p:cNvSpPr txBox="1"/>
          <p:nvPr/>
        </p:nvSpPr>
        <p:spPr>
          <a:xfrm>
            <a:off x="1661907" y="5024113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Bangladesh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B7008125-43FE-3A56-BEB9-019CC5713A4B}"/>
              </a:ext>
            </a:extLst>
          </p:cNvPr>
          <p:cNvSpPr txBox="1"/>
          <p:nvPr/>
        </p:nvSpPr>
        <p:spPr>
          <a:xfrm>
            <a:off x="1653160" y="5758638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Cambodia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07D38666-1737-B763-2749-592249C57E8B}"/>
              </a:ext>
            </a:extLst>
          </p:cNvPr>
          <p:cNvSpPr txBox="1"/>
          <p:nvPr/>
        </p:nvSpPr>
        <p:spPr>
          <a:xfrm>
            <a:off x="1635526" y="5973547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Fiji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25361A0-0EEC-B4B5-EADB-61DA76865F0A}"/>
              </a:ext>
            </a:extLst>
          </p:cNvPr>
          <p:cNvSpPr txBox="1"/>
          <p:nvPr/>
        </p:nvSpPr>
        <p:spPr>
          <a:xfrm>
            <a:off x="1699393" y="6252313"/>
            <a:ext cx="304684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529DE3A3-C1C7-BCC5-C6C0-37C572F0B6A2}"/>
              </a:ext>
            </a:extLst>
          </p:cNvPr>
          <p:cNvSpPr txBox="1"/>
          <p:nvPr/>
        </p:nvSpPr>
        <p:spPr>
          <a:xfrm>
            <a:off x="1724799" y="650073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Lao PDR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0849F453-428E-C057-CCEA-83B956AED841}"/>
              </a:ext>
            </a:extLst>
          </p:cNvPr>
          <p:cNvSpPr txBox="1"/>
          <p:nvPr/>
        </p:nvSpPr>
        <p:spPr>
          <a:xfrm>
            <a:off x="1717193" y="6827299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Malaysia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76D9C710-2898-DB5B-E9A2-AD407AE21438}"/>
              </a:ext>
            </a:extLst>
          </p:cNvPr>
          <p:cNvSpPr txBox="1"/>
          <p:nvPr/>
        </p:nvSpPr>
        <p:spPr>
          <a:xfrm>
            <a:off x="2222669" y="7292258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Maldives</a:t>
            </a:r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B18D39DC-957C-54F6-AB48-C3D077A9AFBB}"/>
              </a:ext>
            </a:extLst>
          </p:cNvPr>
          <p:cNvSpPr txBox="1"/>
          <p:nvPr/>
        </p:nvSpPr>
        <p:spPr>
          <a:xfrm>
            <a:off x="3502870" y="721250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8B340532-288F-7EDC-4FA2-3F0723E31CBD}"/>
              </a:ext>
            </a:extLst>
          </p:cNvPr>
          <p:cNvSpPr txBox="1"/>
          <p:nvPr/>
        </p:nvSpPr>
        <p:spPr>
          <a:xfrm>
            <a:off x="3908280" y="453002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(Kitamoto)</a:t>
            </a:r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C122D04A-0882-0430-FD67-AB57461CB0F0}"/>
              </a:ext>
            </a:extLst>
          </p:cNvPr>
          <p:cNvSpPr txBox="1"/>
          <p:nvPr/>
        </p:nvSpPr>
        <p:spPr>
          <a:xfrm>
            <a:off x="3903117" y="426930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(Miura)</a:t>
            </a:r>
          </a:p>
        </p:txBody>
      </p:sp>
      <p:sp>
        <p:nvSpPr>
          <p:cNvPr id="121" name="テキスト ボックス 120">
            <a:extLst>
              <a:ext uri="{FF2B5EF4-FFF2-40B4-BE49-F238E27FC236}">
                <a16:creationId xmlns:a16="http://schemas.microsoft.com/office/drawing/2014/main" id="{E97F1108-4859-538C-BE2E-79F125DD5A26}"/>
              </a:ext>
            </a:extLst>
          </p:cNvPr>
          <p:cNvSpPr txBox="1"/>
          <p:nvPr/>
        </p:nvSpPr>
        <p:spPr>
          <a:xfrm>
            <a:off x="5256000" y="439200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Sec.</a:t>
            </a: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D67470C7-88EA-CFC6-AB62-1D4DAAF5B548}"/>
              </a:ext>
            </a:extLst>
          </p:cNvPr>
          <p:cNvSpPr txBox="1"/>
          <p:nvPr/>
        </p:nvSpPr>
        <p:spPr>
          <a:xfrm>
            <a:off x="916553" y="435009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4611572E-0F44-7FA8-21AD-7DBB8CE9C9E1}"/>
              </a:ext>
            </a:extLst>
          </p:cNvPr>
          <p:cNvSpPr txBox="1"/>
          <p:nvPr/>
        </p:nvSpPr>
        <p:spPr>
          <a:xfrm>
            <a:off x="916908" y="456996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F9B9D6FB-B62C-9E7D-C5FD-2065FFCC7EE1}"/>
              </a:ext>
            </a:extLst>
          </p:cNvPr>
          <p:cNvSpPr txBox="1"/>
          <p:nvPr/>
        </p:nvSpPr>
        <p:spPr>
          <a:xfrm>
            <a:off x="802467" y="483420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Azerbaijan</a:t>
            </a: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DA652DD0-A33C-EA80-0E9F-2F3EA842B1DF}"/>
              </a:ext>
            </a:extLst>
          </p:cNvPr>
          <p:cNvSpPr txBox="1"/>
          <p:nvPr/>
        </p:nvSpPr>
        <p:spPr>
          <a:xfrm>
            <a:off x="810200" y="5040606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Brunei</a:t>
            </a:r>
          </a:p>
        </p:txBody>
      </p: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FDBE9FDD-CD5F-EAE2-307F-3BC542EAB60C}"/>
              </a:ext>
            </a:extLst>
          </p:cNvPr>
          <p:cNvSpPr txBox="1"/>
          <p:nvPr/>
        </p:nvSpPr>
        <p:spPr>
          <a:xfrm>
            <a:off x="802467" y="5300679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F3A852FA-887E-A813-3D7A-33CE02612617}"/>
              </a:ext>
            </a:extLst>
          </p:cNvPr>
          <p:cNvSpPr txBox="1"/>
          <p:nvPr/>
        </p:nvSpPr>
        <p:spPr>
          <a:xfrm>
            <a:off x="902468" y="5518648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37977E01-4CDB-9867-8CE2-94B9E9B1A220}"/>
              </a:ext>
            </a:extLst>
          </p:cNvPr>
          <p:cNvSpPr txBox="1"/>
          <p:nvPr/>
        </p:nvSpPr>
        <p:spPr>
          <a:xfrm>
            <a:off x="894375" y="579741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633048CE-D496-046B-41FF-43BC66DDBCA4}"/>
              </a:ext>
            </a:extLst>
          </p:cNvPr>
          <p:cNvSpPr txBox="1"/>
          <p:nvPr/>
        </p:nvSpPr>
        <p:spPr>
          <a:xfrm>
            <a:off x="916553" y="6051773"/>
            <a:ext cx="304684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DFD4F889-3CFA-3E56-6F07-C58D4D8892BC}"/>
              </a:ext>
            </a:extLst>
          </p:cNvPr>
          <p:cNvSpPr txBox="1"/>
          <p:nvPr/>
        </p:nvSpPr>
        <p:spPr>
          <a:xfrm>
            <a:off x="4761871" y="6527616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838548F7-0037-9DC5-6AAF-5E6E71B2EB97}"/>
              </a:ext>
            </a:extLst>
          </p:cNvPr>
          <p:cNvSpPr txBox="1"/>
          <p:nvPr/>
        </p:nvSpPr>
        <p:spPr>
          <a:xfrm>
            <a:off x="4761871" y="632908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885C367E-EB36-499B-7AC3-86D0B2579E64}"/>
              </a:ext>
            </a:extLst>
          </p:cNvPr>
          <p:cNvSpPr txBox="1"/>
          <p:nvPr/>
        </p:nvSpPr>
        <p:spPr>
          <a:xfrm>
            <a:off x="4769213" y="5562097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Uzbekistan</a:t>
            </a:r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2058DC3D-B375-5AB4-1047-40FAD8678075}"/>
              </a:ext>
            </a:extLst>
          </p:cNvPr>
          <p:cNvSpPr txBox="1"/>
          <p:nvPr/>
        </p:nvSpPr>
        <p:spPr>
          <a:xfrm>
            <a:off x="4769213" y="5306848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0D18247A-3336-437F-15D8-516CA6179F93}"/>
              </a:ext>
            </a:extLst>
          </p:cNvPr>
          <p:cNvSpPr txBox="1"/>
          <p:nvPr/>
        </p:nvSpPr>
        <p:spPr>
          <a:xfrm>
            <a:off x="4769213" y="427724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(Miyaki)</a:t>
            </a:r>
          </a:p>
        </p:txBody>
      </p: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274D9DC6-FE2D-6664-BB59-CE7C57FCA490}"/>
              </a:ext>
            </a:extLst>
          </p:cNvPr>
          <p:cNvSpPr txBox="1"/>
          <p:nvPr/>
        </p:nvSpPr>
        <p:spPr>
          <a:xfrm>
            <a:off x="4769213" y="453796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62C5011E-D25C-59A7-8642-55FE5CBF6408}"/>
              </a:ext>
            </a:extLst>
          </p:cNvPr>
          <p:cNvSpPr/>
          <p:nvPr/>
        </p:nvSpPr>
        <p:spPr>
          <a:xfrm>
            <a:off x="2757576" y="696694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3AE43A6B-31B1-7AC9-C8CE-F2891DF8BD3D}"/>
              </a:ext>
            </a:extLst>
          </p:cNvPr>
          <p:cNvSpPr/>
          <p:nvPr/>
        </p:nvSpPr>
        <p:spPr>
          <a:xfrm>
            <a:off x="3214500" y="696694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5" name="正方形/長方形 194">
            <a:extLst>
              <a:ext uri="{FF2B5EF4-FFF2-40B4-BE49-F238E27FC236}">
                <a16:creationId xmlns:a16="http://schemas.microsoft.com/office/drawing/2014/main" id="{9785291B-B07C-1E6F-C831-7D4516BC64B5}"/>
              </a:ext>
            </a:extLst>
          </p:cNvPr>
          <p:cNvSpPr/>
          <p:nvPr/>
        </p:nvSpPr>
        <p:spPr>
          <a:xfrm rot="1817373">
            <a:off x="3713998" y="3631628"/>
            <a:ext cx="436779" cy="192115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6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1843944" y="74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7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828944" y="7650396"/>
            <a:ext cx="38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</a:p>
        </p:txBody>
      </p:sp>
      <p:sp>
        <p:nvSpPr>
          <p:cNvPr id="198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2047352" y="7730396"/>
            <a:ext cx="38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Pakistan</a:t>
            </a:r>
          </a:p>
        </p:txBody>
      </p:sp>
      <p:sp>
        <p:nvSpPr>
          <p:cNvPr id="199" name="正方形/長方形 176">
            <a:extLst>
              <a:ext uri="{FF2B5EF4-FFF2-40B4-BE49-F238E27FC236}">
                <a16:creationId xmlns:a16="http://schemas.microsoft.com/office/drawing/2014/main" id="{05B579E1-AA55-878D-A7FE-D0AF2F6EF8F3}"/>
              </a:ext>
            </a:extLst>
          </p:cNvPr>
          <p:cNvSpPr/>
          <p:nvPr/>
        </p:nvSpPr>
        <p:spPr>
          <a:xfrm>
            <a:off x="2300760" y="74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partner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0" name="テキスト ボックス 166">
            <a:extLst>
              <a:ext uri="{FF2B5EF4-FFF2-40B4-BE49-F238E27FC236}">
                <a16:creationId xmlns:a16="http://schemas.microsoft.com/office/drawing/2014/main" id="{EDBECD81-6FB8-2D33-08E5-262BE06B316D}"/>
              </a:ext>
            </a:extLst>
          </p:cNvPr>
          <p:cNvSpPr txBox="1"/>
          <p:nvPr/>
        </p:nvSpPr>
        <p:spPr>
          <a:xfrm>
            <a:off x="2519060" y="7649350"/>
            <a:ext cx="380000" cy="807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lIns="0" tIns="0" rIns="0" bIns="0">
            <a:spAutoFit/>
          </a:bodyPr>
          <a:lstStyle/>
          <a:p>
            <a:pPr algn="ct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AHA Centre</a:t>
            </a:r>
          </a:p>
        </p:txBody>
      </p:sp>
      <p:sp>
        <p:nvSpPr>
          <p:cNvPr id="201" name="テキスト ボックス 166">
            <a:extLst>
              <a:ext uri="{FF2B5EF4-FFF2-40B4-BE49-F238E27FC236}">
                <a16:creationId xmlns:a16="http://schemas.microsoft.com/office/drawing/2014/main" id="{EDBECD81-6FB8-2D33-08E5-262BE06B316D}"/>
              </a:ext>
            </a:extLst>
          </p:cNvPr>
          <p:cNvSpPr txBox="1"/>
          <p:nvPr/>
        </p:nvSpPr>
        <p:spPr>
          <a:xfrm>
            <a:off x="2351724" y="7743064"/>
            <a:ext cx="208390" cy="807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ADPC</a:t>
            </a:r>
          </a:p>
        </p:txBody>
      </p:sp>
      <p:sp>
        <p:nvSpPr>
          <p:cNvPr id="202" name="正方形/長方形 186">
            <a:extLst>
              <a:ext uri="{FF2B5EF4-FFF2-40B4-BE49-F238E27FC236}">
                <a16:creationId xmlns:a16="http://schemas.microsoft.com/office/drawing/2014/main" id="{691FF50D-B26B-3AE6-972B-AB9315D96FA0}"/>
              </a:ext>
            </a:extLst>
          </p:cNvPr>
          <p:cNvSpPr/>
          <p:nvPr/>
        </p:nvSpPr>
        <p:spPr>
          <a:xfrm>
            <a:off x="2757576" y="74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resource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3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2841780" y="7662173"/>
            <a:ext cx="38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b="1" u="none" strike="noStrike" dirty="0">
                <a:solidFill>
                  <a:srgbClr val="C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Google *</a:t>
            </a:r>
          </a:p>
        </p:txBody>
      </p:sp>
      <p:sp>
        <p:nvSpPr>
          <p:cNvPr id="204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2757259" y="7760226"/>
            <a:ext cx="38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ADB</a:t>
            </a:r>
          </a:p>
        </p:txBody>
      </p:sp>
      <p:sp>
        <p:nvSpPr>
          <p:cNvPr id="205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214392" y="74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6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3199392" y="7650396"/>
            <a:ext cx="38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b="1" u="none" strike="noStrike" dirty="0">
                <a:solidFill>
                  <a:srgbClr val="C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 VM *</a:t>
            </a:r>
          </a:p>
        </p:txBody>
      </p:sp>
      <p:sp>
        <p:nvSpPr>
          <p:cNvPr id="207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3417800" y="7730396"/>
            <a:ext cx="38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208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71208" y="74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9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3705479" y="7650395"/>
            <a:ext cx="218008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210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3874616" y="7730396"/>
            <a:ext cx="218008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211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1843944" y="78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4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300760" y="78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5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757576" y="78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6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214392" y="78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7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71208" y="78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8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1843944" y="82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9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300760" y="82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20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757576" y="82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21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214392" y="82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22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71208" y="823539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1450000" y="9370000"/>
            <a:ext cx="49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/>
              <a:t>配席案 10/1（荒木田、Expo 図面 V4 に対応）: 会場は Peridot 204-206（図面表記、要確認）。前方はステージ上の登壇者卓 2（計 8 席）、U 字 28、側面列 12＋12（事務局 8 席を右上へ提案中）、教室型 3 列 30 席、シアター 54 席。U 字上端＝左 Singapore×2、右 ADRC×2（三浦センター長・北本理事）。Singapore の後は Azerbaijan からアルファベット順（左脚→底→右脚）、Japan は底（仙台市を後方に）、Armenia のみ右脚（ADRC の隣）、AUS・NZ は右脚上部。2 列目は各国の後ろ（ROK 3 人目は教室型）。* は卓上マイク（RT 発言用: Google・仙台副市長）。</a:t>
            </a:r>
          </a:p>
          <a:p>
            <a:r>
              <a:rPr sz="650"/>
              <a:t/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653FE8-07B0-44C9-0C57-A8A27F6FDC6C}"/>
              </a:ext>
            </a:extLst>
          </p:cNvPr>
          <p:cNvSpPr txBox="1"/>
          <p:nvPr/>
        </p:nvSpPr>
        <p:spPr>
          <a:xfrm>
            <a:off x="3259684" y="7290791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Pakistan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9501238-855A-295D-78A9-C0A414880A1E}"/>
              </a:ext>
            </a:extLst>
          </p:cNvPr>
          <p:cNvSpPr txBox="1"/>
          <p:nvPr/>
        </p:nvSpPr>
        <p:spPr>
          <a:xfrm>
            <a:off x="4761871" y="4804242"/>
            <a:ext cx="409366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  <a:p>
            <a:pPr algn="l" fontAlgn="ctr">
              <a:lnSpc>
                <a:spcPts val="600"/>
              </a:lnSpc>
              <a:buNone/>
            </a:pPr>
            <a:r>
              <a:rPr lang="en-GB" altLang="ja-JP" sz="600" dirty="0"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  <a:r>
              <a:rPr lang="en-GB" altLang="ja-JP" sz="6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  <a:r>
              <a:rPr lang="en-GB" altLang="ja-JP" sz="600" dirty="0"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F9DC028-13EE-D2C6-D5AE-B224950696DF}"/>
              </a:ext>
            </a:extLst>
          </p:cNvPr>
          <p:cNvSpPr txBox="1"/>
          <p:nvPr/>
        </p:nvSpPr>
        <p:spPr>
          <a:xfrm>
            <a:off x="4769213" y="5026036"/>
            <a:ext cx="409366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  <a:p>
            <a:pPr algn="l" fontAlgn="ctr">
              <a:lnSpc>
                <a:spcPts val="600"/>
              </a:lnSpc>
              <a:buNone/>
            </a:pPr>
            <a:r>
              <a:rPr lang="en-GB" altLang="ja-JP" sz="600" dirty="0"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FE99C83-9367-85D7-EBB0-CDF53015C10B}"/>
              </a:ext>
            </a:extLst>
          </p:cNvPr>
          <p:cNvSpPr/>
          <p:nvPr/>
        </p:nvSpPr>
        <p:spPr>
          <a:xfrm rot="5400000">
            <a:off x="5760000" y="3744000"/>
            <a:ext cx="470376" cy="178614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ADRC Sec.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F8574DB-5984-3F93-EC90-9BDDBE19C1E4}"/>
              </a:ext>
            </a:extLst>
          </p:cNvPr>
          <p:cNvSpPr/>
          <p:nvPr/>
        </p:nvSpPr>
        <p:spPr>
          <a:xfrm rot="5400000">
            <a:off x="5256000" y="3744000"/>
            <a:ext cx="470376" cy="178614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ADRC Sec.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4407015B-F057-DAFC-1636-9BE56A97EC4E}"/>
              </a:ext>
            </a:extLst>
          </p:cNvPr>
          <p:cNvSpPr/>
          <p:nvPr/>
        </p:nvSpPr>
        <p:spPr>
          <a:xfrm rot="5400000">
            <a:off x="5256000" y="3240000"/>
            <a:ext cx="470376" cy="1786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AV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DC895F9B-3B6D-66A9-D251-31BC87E22F1D}"/>
              </a:ext>
            </a:extLst>
          </p:cNvPr>
          <p:cNvSpPr txBox="1"/>
          <p:nvPr/>
        </p:nvSpPr>
        <p:spPr>
          <a:xfrm>
            <a:off x="4761871" y="6755363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9EE1E316-4180-3E02-F4EC-4529BE0693D5}"/>
              </a:ext>
            </a:extLst>
          </p:cNvPr>
          <p:cNvSpPr txBox="1"/>
          <p:nvPr/>
        </p:nvSpPr>
        <p:spPr>
          <a:xfrm>
            <a:off x="4769213" y="695792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64" name="テキスト ボックス 144">
            <a:extLst>
              <a:ext uri="{FF2B5EF4-FFF2-40B4-BE49-F238E27FC236}">
                <a16:creationId xmlns:a16="http://schemas.microsoft.com/office/drawing/2014/main" id="{9C2A582F-99E6-0B88-8647-3AEFD79ACC22}"/>
              </a:ext>
            </a:extLst>
          </p:cNvPr>
          <p:cNvSpPr txBox="1"/>
          <p:nvPr/>
        </p:nvSpPr>
        <p:spPr>
          <a:xfrm>
            <a:off x="3684616" y="8055245"/>
            <a:ext cx="38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68" name="テキスト ボックス 144">
            <a:extLst>
              <a:ext uri="{FF2B5EF4-FFF2-40B4-BE49-F238E27FC236}">
                <a16:creationId xmlns:a16="http://schemas.microsoft.com/office/drawing/2014/main" id="{7A4684C1-F671-F71E-E47A-D4652D88B21D}"/>
              </a:ext>
            </a:extLst>
          </p:cNvPr>
          <p:cNvSpPr txBox="1"/>
          <p:nvPr/>
        </p:nvSpPr>
        <p:spPr>
          <a:xfrm>
            <a:off x="3874616" y="8130396"/>
            <a:ext cx="38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6692D1C1-0754-F832-38B7-DC197E75AAAE}"/>
              </a:ext>
            </a:extLst>
          </p:cNvPr>
          <p:cNvSpPr/>
          <p:nvPr/>
        </p:nvSpPr>
        <p:spPr>
          <a:xfrm rot="5400000">
            <a:off x="1152017" y="4898240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27B2054D-EC89-AA57-D4E6-013866F36385}"/>
              </a:ext>
            </a:extLst>
          </p:cNvPr>
          <p:cNvSpPr/>
          <p:nvPr/>
        </p:nvSpPr>
        <p:spPr>
          <a:xfrm rot="5400000">
            <a:off x="1147339" y="4401983"/>
            <a:ext cx="470376" cy="178614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member</a:t>
            </a:r>
            <a:endParaRPr kumimoji="0" lang="ja-JP" altLang="ja-JP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E497BA2D-96B4-0887-1A2D-8A6DA9E0E0FB}"/>
              </a:ext>
            </a:extLst>
          </p:cNvPr>
          <p:cNvSpPr txBox="1"/>
          <p:nvPr/>
        </p:nvSpPr>
        <p:spPr>
          <a:xfrm>
            <a:off x="914882" y="6292929"/>
            <a:ext cx="304684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FEDC7B12-4EB4-428B-DA9C-C69544F8199C}"/>
              </a:ext>
            </a:extLst>
          </p:cNvPr>
          <p:cNvSpPr txBox="1"/>
          <p:nvPr/>
        </p:nvSpPr>
        <p:spPr>
          <a:xfrm>
            <a:off x="907149" y="6561844"/>
            <a:ext cx="304684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/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6EF6BFB9-C5EA-AB2E-5AB9-23951CC5148B}"/>
              </a:ext>
            </a:extLst>
          </p:cNvPr>
          <p:cNvSpPr txBox="1"/>
          <p:nvPr/>
        </p:nvSpPr>
        <p:spPr>
          <a:xfrm>
            <a:off x="3904894" y="6827299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885C367E-EB36-499B-7AC3-86D0B2579E64}"/>
              </a:ext>
            </a:extLst>
          </p:cNvPr>
          <p:cNvSpPr txBox="1"/>
          <p:nvPr/>
        </p:nvSpPr>
        <p:spPr>
          <a:xfrm>
            <a:off x="4769213" y="5832000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885C367E-EB36-499B-7AC3-86D0B2579E64}"/>
              </a:ext>
            </a:extLst>
          </p:cNvPr>
          <p:cNvSpPr txBox="1"/>
          <p:nvPr/>
        </p:nvSpPr>
        <p:spPr>
          <a:xfrm>
            <a:off x="4769213" y="6083999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197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828944" y="8050396"/>
            <a:ext cx="38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pic>
        <p:nvPicPr>
          <p:cNvPr id="234" name="Picture 233" descr="v4_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807" y="452000"/>
            <a:ext cx="2322385" cy="2921240"/>
          </a:xfrm>
          <a:prstGeom prst="rect">
            <a:avLst/>
          </a:prstGeom>
        </p:spPr>
      </p:pic>
      <p:sp>
        <p:nvSpPr>
          <p:cNvPr id="235" name="TextBox 234"/>
          <p:cNvSpPr txBox="1"/>
          <p:nvPr/>
        </p:nvSpPr>
        <p:spPr>
          <a:xfrm>
            <a:off x="1655999" y="3096000"/>
            <a:ext cx="19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/>
              <a:t>STAGE（32ft×12ft×2ftH）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584000" y="3798000"/>
            <a:ext cx="20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/>
              <a:t>左卓: 28日＝MC／モデレーター、29日＝モデレーター＋Co-Chair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744000" y="379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/>
              <a:t>右卓: 28日＝空席、29日＝登壇者6名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744000" y="3096000"/>
            <a:ext cx="151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C80000"/>
                </a:solidFill>
              </a:rPr>
              <a:t>演台: Opening/Closing は中央、他はそで（AV側）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800000" y="8640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/>
              <a:t>シアター席 54（3 ブロック×18、SEPDM オブザーバー等、名札なし）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5256000" y="4572000"/>
            <a:ext cx="15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1F3864"/>
                </a:solidFill>
              </a:rPr>
              <a:t>事務局 8 席（右側面列上端＋壁沿い卓、AV 卓の隣）を Expo に提案中（10/1）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60000" y="3096000"/>
            <a:ext cx="11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/>
              <a:t>Peridot 204-206（Expo 図面 V4、10/1）</a:t>
            </a:r>
          </a:p>
        </p:txBody>
      </p:sp>
    </p:spTree>
    <p:extLst>
      <p:ext uri="{BB962C8B-B14F-4D97-AF65-F5344CB8AC3E}">
        <p14:creationId xmlns:p14="http://schemas.microsoft.com/office/powerpoint/2010/main" val="2319208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</TotalTime>
  <Words>225</Words>
  <Application>Microsoft Office PowerPoint</Application>
  <PresentationFormat>A4 210 x 297 mm</PresentationFormat>
  <Paragraphs>120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 UI</vt:lpstr>
      <vt:lpstr>Aptos</vt:lpstr>
      <vt:lpstr>Aptos Display</vt:lpstr>
      <vt:lpstr>Arial</vt:lpstr>
      <vt:lpstr>Calibri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ADRC_Kodama</dc:creator>
  <cp:lastModifiedBy>ADRC_Kodama</cp:lastModifiedBy>
  <cp:revision>7</cp:revision>
  <dcterms:created xsi:type="dcterms:W3CDTF">2025-12-12T06:11:27Z</dcterms:created>
  <dcterms:modified xsi:type="dcterms:W3CDTF">2026-09-28T01:58:14Z</dcterms:modified>
</cp:coreProperties>
</file>