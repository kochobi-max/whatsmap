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待機画面（PPT 01）。12:30〜12:44 に投影。12:40 MC が着席を案内。12:40 神戸が Sentio の共有を開始し、届いた QR を 3 枚目に貼る。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タイトル（PPT 02）。12:45 開会の直前に表示。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案内（PPT 08 相当）。QR は 28 日 12:40 に神戸が共有を開始した直後に WhatsApp で届く画像を白枠「QR_Sentio」に貼る（事前作成不可、6 時間で失効）。通訳は 90 分で再開が必要。URL が変わった場合は 14:08 頃にこのスライドを新 QR で再表示。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12:45 開会。MC が録画・配信と携帯電話の注意を案内。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04。12:47〜 挨拶 5 分。Commissioner の出席は未確定。代理の場合は氏名・肩書を差し替える（SCDF に確認）。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05。12:52〜 挨拶 4〜5 分（英語、通訳なし）。日本語表記は林室長。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06。12:56〜 挨拶 約 4 分、最後に開会宣言。原稿 Opening_Remarks_MIURA_draft1002_clean。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07。13:00 RT 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08。ベルは吉田さん。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11。14:43〜 予備時間。コメントの提出方法（用紙かオンラインフォームか）は吉田さん・Gerry さんの回答待ち。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12。14:55 Part 1 終了時に MC が案内。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 開始前の待機画面。15:15 開始。議長は内閣府 中根補佐。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C2B57"/>
                </a:solidFill>
                <a:latin typeface="Cambria"/>
              </a:rPr>
              <a:t>28-29 October 2026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SIDEX-ACDR 2026, Singapore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D95F00"/>
                </a:solidFill>
                <a:latin typeface="Cambria"/>
              </a:rPr>
              <a:t>ACDR2026 Opening begins at 12:45.</a:t>
            </a:r>
          </a:p>
          <a:p>
            <a:pPr algn="l"/>
            <a:r>
              <a:rPr sz="1800" b="1">
                <a:solidFill>
                  <a:srgbClr val="D95F00"/>
                </a:solidFill>
                <a:latin typeface="Cambria"/>
              </a:rPr>
              <a:t>(Singapore Time, UTC+8 / 13:45 Japan Time)</a:t>
            </a:r>
          </a:p>
          <a:p>
            <a:pPr algn="l"/>
            <a:r>
              <a:rPr sz="1800" b="0">
                <a:solidFill>
                  <a:srgbClr val="D95F00"/>
                </a:solidFill>
                <a:latin typeface="Cambria"/>
              </a:rPr>
              <a:t>Please wait a moment until the starting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C2B57"/>
                </a:solidFill>
                <a:latin typeface="Cambria"/>
              </a:rPr>
              <a:t>28-29 October 2026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Peridot Room, Singapore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1C2B57"/>
                </a:solidFill>
                <a:latin typeface="Arial"/>
              </a:rPr>
              <a:t>Co-hosted by the Asian Disaster Reduction Center (ADRC)</a:t>
            </a:r>
          </a:p>
          <a:p>
            <a:pPr algn="l"/>
            <a:r>
              <a:rPr sz="1600" b="0">
                <a:solidFill>
                  <a:srgbClr val="1C2B57"/>
                </a:solidFill>
                <a:latin typeface="Arial"/>
              </a:rPr>
              <a:t>and the Singapore Civil Defence Force (SCDF)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Information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694944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Language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conference is held in English. AI live translation can be read on your own phone or PC: scan the QR code and choose your language.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Online participants (Zoom)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send questions with the Q&amp;A button. The chat is used only among the moderator, speakers and secretariat.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Recording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sessions are recorded and streamed online.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Conference website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https://acdr.adrc.asia/home/acdr2026</a:t>
            </a:r>
          </a:p>
        </p:txBody>
      </p:sp>
      <p:sp>
        <p:nvSpPr>
          <p:cNvPr id="13" name="QR_Sentio"/>
          <p:cNvSpPr/>
          <p:nvPr/>
        </p:nvSpPr>
        <p:spPr>
          <a:xfrm>
            <a:off x="8229600" y="2560320"/>
            <a:ext cx="31089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F73"/>
                </a:solidFill>
                <a:latin typeface="Arial"/>
              </a:rPr>
              <a:t>QR code for AI live translation (inserted on the 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760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AI live translation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ACDR2026 Opening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Opening Remarks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Emcee: LTC Chen Yong Kai, Singapore Civil Defence Force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Opening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Mr Eric Yap Wee Teck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Commissioner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Singapore Civil Defence Force (SCDF)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Opening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Mr HAYASHI Masamichi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Deputy Minister for Disaster Management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Cabinet Office of Japan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Opening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Prof. MIURA Fusanori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Chairman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Asian Disaster Reduction Center (ADRC)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Roundtable Session (Part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Progress and Remaining Challenges in Implementing SFDRR 2015-2030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Moderator: Singapore Civil Defence Force (SCDF)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Instruction for Speakers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Time allocation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ADRC member countries: maximum 5 minutes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Adviser countries and partner organisations: maximum 4 minutes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Bell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First ring: 1 minute left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Second ring: 30 seconds left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Third ring: please conclude your statement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Statements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speak from your seat using the table microphone.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a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Armenia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b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People's Republic of Bangladesh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b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Kingdom of Bhutan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b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Brunei Darussalam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k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Kingdom of Cambodia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fj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Fiji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India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Indonesia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j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Mr NAKANE Toru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Director, International Relations Division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Disaster Management Bureau, Cabinet Office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Japan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j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Mr TAKAHASHI Shinichi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Vice Mayor, City of Sendai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Host city of ACDR2027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Japan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m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Malaysia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m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Maldives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m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Mongolia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m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the Union of Myanmar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p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Islamic Republic of Pakistan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p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Independent State of Papua New Guinea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k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Korea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s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Singapore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l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Democratic Socialist Republic of Sri Lanka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t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Kingdom of Thailand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t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Türkiye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Comments and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In the room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write your comments on the sheet at your seat. They will be shared with the speakers and reflected in the conference summary.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Online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use the Q&amp;A button in Zoom.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Part 2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remaining statements will be delivered tomorrow, 29 October, from 09:00 in this room.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Announcements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Announcements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Coffee break  15:00-15:15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In front of the Peridot Room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ADRC Steering Committee Meeting  15:15-16:15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Peridot Room. ADRC member countries only. Online members: please join from the separate Zoom link sent by email.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SIDEX Gala Dinner  18:30-21:00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Grand Ballroom, Orchard Hotel. The bus departs from Dorsett Changi City Hotel at 17:30.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For ADRC member and adviser country participants and resource persons only.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ADRC Steering Committee Meeting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ADRC Steering Committee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15:15-16:15 (Singapore Time, UTC+8 / 16:15-17:15 Japan Time)</a:t>
            </a:r>
          </a:p>
          <a:p>
            <a:pPr algn="l"/>
            <a:r>
              <a:rPr sz="2400" b="1">
                <a:solidFill>
                  <a:srgbClr val="FFE066"/>
                </a:solidFill>
                <a:latin typeface="Arial"/>
              </a:rPr>
              <a:t>ADRC member countries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