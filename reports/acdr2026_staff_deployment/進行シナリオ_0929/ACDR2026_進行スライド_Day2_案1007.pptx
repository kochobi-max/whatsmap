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13）。08:30〜08:59。08:55 神戸が Sentio の共有を開始し、届いた QR を 2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案内。QR は 29 日 08:55 の共有開始後に届く画像を白枠に貼る（28 日の QR は失効している）。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09:00 RT Part 2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 の再掲。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14。09:30 TS 開始。RT Part 2 が押した場合は TS まとめで吸収。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15。登壇者一覧（組織名のみ）。発表順は 10/9 の TS 打合せで確定。ウズベキスタンの位置は荒木田の判断待ち（現行 5 番目）。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TS モデレーター（MC 兼務）。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Co-Chair 導入 2 分。肩書は Mizan さんに確認。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09:35〜09:50。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09:50〜10:05。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10:05〜10:20。この後に神戸が通訳を再開。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10:20〜10:35。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10:35〜10:50。発表者未定（大臣帰国後に決定）。決まったら氏名・肩書を追記、国旗はそのまま。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10:50〜11:05。中根補佐の導入 1 分。WOTA は SIDEX 展示者プレゼン（10:00-10:30）の後に入室。席は前方の端。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18。11:05〜11:20。マイクは塩見さん。オンライン質問は神戸→藤本さん→Co-Chair。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19。11:20〜11:30。要旨スライドを差し込む場合はこの後ろに。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11:30〜11:45 コーヒーブレイク中の待機画面。11:40 頃に神戸が通訳を再開。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20。11:45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21 の前。Summary スライド（Gerry さん起草）は 29 日 11:30 までにこの後ろへ差し込む。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22。11:51〜 約 3 分。次回 ACDR は仙台開催（2027 年 10 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23。11:54〜 約 3 分。登壇者は SCDF に確認中。決まったら氏名・肩書に差し替える。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24。評価フォームの URL と QR は ADRC が用意（担当未定）。決まったら白枠「QR_Evaluation」と URL を差し替える。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25。11:57 閉会後に MC が案内。フィールドトリップの集合場所は未定。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26。閉会。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Roundtable Session (Part 2) begins at 09:00.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10:00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u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Uzbekistan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v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Socialist Republic of Viet Nam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n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(Adviser Country)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National Emergency Management Agency (NEMA), New Zealand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Disaster Preparedness Center (ADPC)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Development Bank (ADB)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ASEAN Coordinating Centre for Humanitarian Assistance on disaster management (AHA Centre)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(Online)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Online participants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Technical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DRR DX for Isolated and Inaccessible Regions: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Redefining Community Resilience through Advanced Technologies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Presentations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548640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1. Google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2. Japan Aerospace Exploration Agency (JAXA)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3. National Research and Innovation Agency (BRIN), Indonesia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4. YI-Lab, Nepal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5. Uzbekistan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6. Cabinet Office of Japan, with Spectee Inc. and WOTA Corp.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93776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Moderator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LTC Chen Yong Kai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Singapore Civil Defence Force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Co-Chair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Dr Mizan Bisri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Asian Disaster Reduction Center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Format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15 minutes per presentation; questions after all six presentations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Moderator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LTC Chen Yong 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Co-Chair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Mizan Bisri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Sirada Boonkongchuen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Product Partnership, Google Search &amp; Gemini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MATSUO Naoko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Earth Observation Program Strategy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 Aerospace Exploration Agency (JAXA)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Yenni Vetrita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Researcher, Research Center for Geoinformatics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National Research and Innovation Agency (BRIN),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Pradip Khatiwada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YI-Lab, Nepal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u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Uzbekistan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Introduction, followed by Spectee Inc. and WOTA Corp.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Spectee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WOTA Corp.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Questions and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Please state your name and organisation, and address your question to a presenter.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Online participants: please use the Q&amp;A button in Zoom.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Wrap-up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Co-Chair: Dr Mizan Bisri, ADRC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Summary and Closing begins at 11:45.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12:45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Summary and Closing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Summary: Mr MIYAKI Kazuhiro, Executive Director,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Prof. MIURA Fusanori, Chairman,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Singapore Civil Defence Force (SCDF)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MIYAKI Kazuhiro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Executive Director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Evaluation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Evaluation for ACDR2026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Please answer the evaluation form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Scan the QR code or open the URL below.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[URL: to be inserted]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Evaluation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the evaluation form (to be inserted)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Evaluation 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Lunch  12:00-13:00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Hall 3, Singapore EXPO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Field Trip to the Civil Defence Academy  13:00-16:15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bus departs from Singapore EXPO after lunch. Registered participants only.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SCDF Parade  18:00, Hall 4  /  Dinner Reception  20:05, Garnet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country participants, resource persons and other invited participants.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30 October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SIDEX-ACDR 2026 Keynote Address and Panels, Hall 3, from 09:00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91440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D95F00"/>
                </a:solidFill>
                <a:latin typeface="Cambria"/>
              </a:rPr>
              <a:t>Thank you for participating in ACDR2026.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Next ACDR: ACDR2027, Sendai,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