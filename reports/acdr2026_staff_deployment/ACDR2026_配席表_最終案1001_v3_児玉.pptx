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F2E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173" d="100"/>
          <a:sy n="173" d="100"/>
        </p:scale>
        <p:origin x="-86" y="-6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F7208BB7-12A8-F85E-A647-D53AC26ACA91}"/>
              </a:ext>
            </a:extLst>
          </p:cNvPr>
          <p:cNvSpPr/>
          <p:nvPr/>
        </p:nvSpPr>
        <p:spPr>
          <a:xfrm>
            <a:off x="2029179" y="3122023"/>
            <a:ext cx="2701320" cy="1061967"/>
          </a:xfrm>
          <a:prstGeom prst="roundRect">
            <a:avLst/>
          </a:prstGeom>
          <a:solidFill>
            <a:srgbClr val="F2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475488" y="0"/>
            <a:ext cx="580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ACDR2026　配席表 最終案 10/1（Peridot 204-206）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F21DF63-3959-E86B-E9B6-E364C124474F}"/>
              </a:ext>
            </a:extLst>
          </p:cNvPr>
          <p:cNvSpPr/>
          <p:nvPr/>
        </p:nvSpPr>
        <p:spPr>
          <a:xfrm rot="1817373">
            <a:off x="3651043" y="3435512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AD27987-DE9B-8455-E20C-F526A542681A}"/>
              </a:ext>
            </a:extLst>
          </p:cNvPr>
          <p:cNvSpPr/>
          <p:nvPr/>
        </p:nvSpPr>
        <p:spPr>
          <a:xfrm rot="19847151">
            <a:off x="2329831" y="3640314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473CAB6-944C-2DD4-529B-BD7072CE9108}"/>
              </a:ext>
            </a:extLst>
          </p:cNvPr>
          <p:cNvSpPr/>
          <p:nvPr/>
        </p:nvSpPr>
        <p:spPr>
          <a:xfrm rot="19897458">
            <a:off x="2732777" y="3421825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F488C59-3B03-FDB7-5DB3-13BBEC31960B}"/>
              </a:ext>
            </a:extLst>
          </p:cNvPr>
          <p:cNvGrpSpPr/>
          <p:nvPr/>
        </p:nvGrpSpPr>
        <p:grpSpPr>
          <a:xfrm>
            <a:off x="2506393" y="4637565"/>
            <a:ext cx="183893" cy="1945294"/>
            <a:chOff x="5171" y="318090"/>
            <a:chExt cx="205197" cy="197575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-134047" y="457308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-128405" y="1456400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-131675" y="959505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advisor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-128156" y="1955324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718668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EB47373-F704-0914-74A9-4FF8B0A70030}"/>
              </a:ext>
            </a:extLst>
          </p:cNvPr>
          <p:cNvGrpSpPr/>
          <p:nvPr/>
        </p:nvGrpSpPr>
        <p:grpSpPr>
          <a:xfrm>
            <a:off x="4083586" y="4643935"/>
            <a:ext cx="183893" cy="2906901"/>
            <a:chOff x="3470592" y="4047114"/>
            <a:chExt cx="183893" cy="2906901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93509BF-B6D5-21F7-BCC6-18A657C7D94C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3C1A60F3-E989-F838-3F7E-C9C1E905D3D6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492FF4AF-D254-8964-DA03-3F13DC123F29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149B835A-E44B-A36D-7835-B6735F70F9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1D61DC77-4CF2-F927-94EF-0AC6A623BB72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0017BE9-91C4-8CD0-EE92-3F374D052AC8}"/>
              </a:ext>
            </a:extLst>
          </p:cNvPr>
          <p:cNvSpPr/>
          <p:nvPr/>
        </p:nvSpPr>
        <p:spPr>
          <a:xfrm rot="5400000">
            <a:off x="2374281" y="6753055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A4DF5EC-6889-CACA-A19D-00ECBBA3226E}"/>
              </a:ext>
            </a:extLst>
          </p:cNvPr>
          <p:cNvSpPr/>
          <p:nvPr/>
        </p:nvSpPr>
        <p:spPr>
          <a:xfrm rot="5400000">
            <a:off x="2384119" y="7219512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8821F2-2B57-5C45-292A-FD7756CC4CB0}"/>
              </a:ext>
            </a:extLst>
          </p:cNvPr>
          <p:cNvGrpSpPr/>
          <p:nvPr/>
        </p:nvGrpSpPr>
        <p:grpSpPr>
          <a:xfrm>
            <a:off x="4951309" y="5627622"/>
            <a:ext cx="183890" cy="1442410"/>
            <a:chOff x="3470592" y="5030801"/>
            <a:chExt cx="183890" cy="1442410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CFC4889F-E8C8-85BB-6AD4-FB7C77A76D4B}"/>
                </a:ext>
              </a:extLst>
            </p:cNvPr>
            <p:cNvGrpSpPr/>
            <p:nvPr/>
          </p:nvGrpSpPr>
          <p:grpSpPr>
            <a:xfrm>
              <a:off x="3475648" y="5030801"/>
              <a:ext cx="178834" cy="961607"/>
              <a:chOff x="2323884" y="1294122"/>
              <a:chExt cx="199552" cy="976666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9B5F02C9-1E10-C73F-E00D-B76975C1CFE4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B3AF8E5-32FE-39CA-323D-7E85FA636433}"/>
                  </a:ext>
                </a:extLst>
              </p:cNvPr>
              <p:cNvSpPr/>
              <p:nvPr/>
            </p:nvSpPr>
            <p:spPr>
              <a:xfrm rot="5400000">
                <a:off x="2184912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E3EDF58-7C73-F49E-F6D7-B2C1590CD6D0}"/>
              </a:ext>
            </a:extLst>
          </p:cNvPr>
          <p:cNvGrpSpPr/>
          <p:nvPr/>
        </p:nvGrpSpPr>
        <p:grpSpPr>
          <a:xfrm>
            <a:off x="1715558" y="5620794"/>
            <a:ext cx="183896" cy="1923213"/>
            <a:chOff x="3470592" y="5030802"/>
            <a:chExt cx="183896" cy="1923213"/>
          </a:xfrm>
        </p:grpSpPr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D91E0F3-19DF-F5B6-B8D5-918CDCB498AD}"/>
                </a:ext>
              </a:extLst>
            </p:cNvPr>
            <p:cNvGrpSpPr/>
            <p:nvPr/>
          </p:nvGrpSpPr>
          <p:grpSpPr>
            <a:xfrm>
              <a:off x="3475651" y="5030802"/>
              <a:ext cx="178837" cy="961607"/>
              <a:chOff x="2323884" y="1294122"/>
              <a:chExt cx="199555" cy="976666"/>
            </a:xfrm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700C1B2A-1DF0-3986-B0B8-EBC97FFF705C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945E6FF5-D9BA-F0D8-B5A7-96B357EFFCF1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partner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4320000" y="543534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980000" y="519613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4320000" y="571143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4320000" y="59298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4320000" y="619280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4320000" y="644718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4320000" y="668933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953735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3350592" y="759044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3175592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2888935" y="758866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4320000" y="5205553"/>
            <a:ext cx="468000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980000" y="587014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980000" y="566373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1980000" y="496257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1980000" y="475960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980000" y="54160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980000" y="615052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980000" y="636543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980000" y="66442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29DE3A3-C1C7-BCC5-C6C0-37C572F0B6A2}"/>
              </a:ext>
            </a:extLst>
          </p:cNvPr>
          <p:cNvSpPr txBox="1"/>
          <p:nvPr/>
        </p:nvSpPr>
        <p:spPr>
          <a:xfrm>
            <a:off x="1980000" y="689262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1980000" y="715556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708614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3864541" y="758296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4326296" y="4921911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(Kitamoto)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4321133" y="4661191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(Miura)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1188000" y="474198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1188000" y="496185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1188000" y="522609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1188000" y="543249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1188000" y="569256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1188000" y="591053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1188000" y="61893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Fiji?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1188000" y="644366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5187229" y="6184786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5187229" y="5936369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5179886" y="548194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5179887" y="5165326"/>
            <a:ext cx="503999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(Miyaki)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5179887" y="469670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5187229" y="492985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3175592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632516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9785291B-B07C-1E6F-C831-7D4516BC64B5}"/>
              </a:ext>
            </a:extLst>
          </p:cNvPr>
          <p:cNvSpPr/>
          <p:nvPr/>
        </p:nvSpPr>
        <p:spPr>
          <a:xfrm rot="1817373">
            <a:off x="4044452" y="3674113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174805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8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388768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9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718776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0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4320000" y="8506226"/>
            <a:ext cx="16350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202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3175592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3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632407" y="8041732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Google 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278807" y="806460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0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6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4091632" y="806297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ADB</a:t>
            </a:r>
          </a:p>
        </p:txBody>
      </p:sp>
      <p:sp>
        <p:nvSpPr>
          <p:cNvPr id="20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49946" y="7394950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AHA Centre</a:t>
            </a:r>
          </a:p>
        </p:txBody>
      </p:sp>
      <p:sp>
        <p:nvSpPr>
          <p:cNvPr id="20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9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37992" y="6913339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0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54099" y="7155567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4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22971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7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627286"/>
            <a:ext cx="436816" cy="1920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ADRC Sec.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9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0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653FE8-07B0-44C9-0C57-A8A27F6FDC6C}"/>
              </a:ext>
            </a:extLst>
          </p:cNvPr>
          <p:cNvSpPr txBox="1"/>
          <p:nvPr/>
        </p:nvSpPr>
        <p:spPr>
          <a:xfrm>
            <a:off x="3677700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501238-855A-295D-78A9-C0A414880A1E}"/>
              </a:ext>
            </a:extLst>
          </p:cNvPr>
          <p:cNvSpPr txBox="1"/>
          <p:nvPr/>
        </p:nvSpPr>
        <p:spPr>
          <a:xfrm>
            <a:off x="5179887" y="5196132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DC028-13EE-D2C6-D5AE-B224950696DF}"/>
              </a:ext>
            </a:extLst>
          </p:cNvPr>
          <p:cNvSpPr txBox="1"/>
          <p:nvPr/>
        </p:nvSpPr>
        <p:spPr>
          <a:xfrm>
            <a:off x="5187229" y="5417926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16200000" flipH="1">
            <a:off x="4812230" y="381536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407015B-F057-DAFC-1636-9BE56A97EC4E}"/>
              </a:ext>
            </a:extLst>
          </p:cNvPr>
          <p:cNvSpPr/>
          <p:nvPr/>
        </p:nvSpPr>
        <p:spPr>
          <a:xfrm rot="16200000" flipH="1">
            <a:off x="4812155" y="3318647"/>
            <a:ext cx="470376" cy="178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AV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C895F9B-3B6D-66A9-D251-31BC87E22F1D}"/>
              </a:ext>
            </a:extLst>
          </p:cNvPr>
          <p:cNvSpPr txBox="1"/>
          <p:nvPr/>
        </p:nvSpPr>
        <p:spPr>
          <a:xfrm>
            <a:off x="3377183" y="853257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EE1E316-4180-3E02-F4EC-4529BE0693D5}"/>
              </a:ext>
            </a:extLst>
          </p:cNvPr>
          <p:cNvSpPr txBox="1"/>
          <p:nvPr/>
        </p:nvSpPr>
        <p:spPr>
          <a:xfrm>
            <a:off x="3203042" y="804173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4" name="テキスト ボックス 144">
            <a:extLst>
              <a:ext uri="{FF2B5EF4-FFF2-40B4-BE49-F238E27FC236}">
                <a16:creationId xmlns:a16="http://schemas.microsoft.com/office/drawing/2014/main" id="{9C2A582F-99E6-0B88-8647-3AEFD79ACC22}"/>
              </a:ext>
            </a:extLst>
          </p:cNvPr>
          <p:cNvSpPr txBox="1"/>
          <p:nvPr/>
        </p:nvSpPr>
        <p:spPr>
          <a:xfrm>
            <a:off x="3756547" y="8134527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Nepal</a:t>
            </a:r>
          </a:p>
        </p:txBody>
      </p:sp>
      <p:sp>
        <p:nvSpPr>
          <p:cNvPr id="68" name="テキスト ボックス 144">
            <a:extLst>
              <a:ext uri="{FF2B5EF4-FFF2-40B4-BE49-F238E27FC236}">
                <a16:creationId xmlns:a16="http://schemas.microsoft.com/office/drawing/2014/main" id="{7A4684C1-F671-F71E-E47A-D4652D88B21D}"/>
              </a:ext>
            </a:extLst>
          </p:cNvPr>
          <p:cNvSpPr txBox="1"/>
          <p:nvPr/>
        </p:nvSpPr>
        <p:spPr>
          <a:xfrm>
            <a:off x="4114868" y="8440904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692D1C1-0754-F832-38B7-DC197E75AAAE}"/>
              </a:ext>
            </a:extLst>
          </p:cNvPr>
          <p:cNvSpPr/>
          <p:nvPr/>
        </p:nvSpPr>
        <p:spPr>
          <a:xfrm rot="5400000">
            <a:off x="1570033" y="5290130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7B2054D-EC89-AA57-D4E6-013866F36385}"/>
              </a:ext>
            </a:extLst>
          </p:cNvPr>
          <p:cNvSpPr/>
          <p:nvPr/>
        </p:nvSpPr>
        <p:spPr>
          <a:xfrm rot="5400000">
            <a:off x="1565355" y="4793873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97BA2D-96B4-0887-1A2D-8A6DA9E0E0FB}"/>
              </a:ext>
            </a:extLst>
          </p:cNvPr>
          <p:cNvSpPr txBox="1"/>
          <p:nvPr/>
        </p:nvSpPr>
        <p:spPr>
          <a:xfrm>
            <a:off x="1188000" y="668481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EDC7B12-4EB4-428B-DA9C-C69544F8199C}"/>
              </a:ext>
            </a:extLst>
          </p:cNvPr>
          <p:cNvSpPr txBox="1"/>
          <p:nvPr/>
        </p:nvSpPr>
        <p:spPr>
          <a:xfrm>
            <a:off x="1353872" y="6953734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4" name="テキスト ボックス 166">
            <a:extLst>
              <a:ext uri="{FF2B5EF4-FFF2-40B4-BE49-F238E27FC236}">
                <a16:creationId xmlns:a16="http://schemas.microsoft.com/office/drawing/2014/main" id="{AE2CC6EB-5911-A50B-1E54-C6CB9F19A536}"/>
              </a:ext>
            </a:extLst>
          </p:cNvPr>
          <p:cNvSpPr txBox="1"/>
          <p:nvPr/>
        </p:nvSpPr>
        <p:spPr>
          <a:xfrm>
            <a:off x="5187229" y="6458088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850816" y="8546495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JICA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59B517-7C70-1A64-9418-9FC9EBA9EE71}"/>
              </a:ext>
            </a:extLst>
          </p:cNvPr>
          <p:cNvSpPr txBox="1"/>
          <p:nvPr/>
        </p:nvSpPr>
        <p:spPr>
          <a:xfrm>
            <a:off x="5187229" y="5713138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21583BB-8EFF-0C50-BB44-FE801A77D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56" y="388570"/>
            <a:ext cx="3084101" cy="273288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DF67ED-41A0-8BC8-B7FA-653D1B949F3D}"/>
              </a:ext>
            </a:extLst>
          </p:cNvPr>
          <p:cNvSpPr/>
          <p:nvPr/>
        </p:nvSpPr>
        <p:spPr>
          <a:xfrm>
            <a:off x="1611163" y="338554"/>
            <a:ext cx="409366" cy="88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4E23B-7F15-BE3B-564D-2F76350CF7C4}"/>
              </a:ext>
            </a:extLst>
          </p:cNvPr>
          <p:cNvSpPr/>
          <p:nvPr/>
        </p:nvSpPr>
        <p:spPr>
          <a:xfrm>
            <a:off x="3223042" y="1227909"/>
            <a:ext cx="756000" cy="1319259"/>
          </a:xfrm>
          <a:prstGeom prst="rect">
            <a:avLst/>
          </a:prstGeom>
          <a:noFill/>
          <a:ln>
            <a:solidFill>
              <a:srgbClr val="4BAC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78BD0D8-6B6C-9FB8-6FBE-F4FA1C2675E2}"/>
              </a:ext>
            </a:extLst>
          </p:cNvPr>
          <p:cNvCxnSpPr>
            <a:cxnSpLocks/>
          </p:cNvCxnSpPr>
          <p:nvPr/>
        </p:nvCxnSpPr>
        <p:spPr>
          <a:xfrm flipH="1">
            <a:off x="1387843" y="2534480"/>
            <a:ext cx="1842998" cy="91929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E6FC1F6-C0C2-087E-EACD-CD43BC58770B}"/>
              </a:ext>
            </a:extLst>
          </p:cNvPr>
          <p:cNvCxnSpPr>
            <a:cxnSpLocks/>
          </p:cNvCxnSpPr>
          <p:nvPr/>
        </p:nvCxnSpPr>
        <p:spPr>
          <a:xfrm>
            <a:off x="3962151" y="2540278"/>
            <a:ext cx="1994206" cy="91461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3632407" y="8452628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Tohoku U</a:t>
            </a:r>
          </a:p>
        </p:txBody>
      </p:sp>
      <p:sp>
        <p:nvSpPr>
          <p:cNvPr id="61" name="テキスト ボックス 166">
            <a:extLst>
              <a:ext uri="{FF2B5EF4-FFF2-40B4-BE49-F238E27FC236}">
                <a16:creationId xmlns:a16="http://schemas.microsoft.com/office/drawing/2014/main" id="{A1AEA476-1755-C219-DDD1-E6ADE9714580}"/>
              </a:ext>
            </a:extLst>
          </p:cNvPr>
          <p:cNvSpPr txBox="1"/>
          <p:nvPr/>
        </p:nvSpPr>
        <p:spPr>
          <a:xfrm>
            <a:off x="3394000" y="813958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BRIN</a:t>
            </a:r>
          </a:p>
        </p:txBody>
      </p:sp>
      <p:sp>
        <p:nvSpPr>
          <p:cNvPr id="66" name="テキスト ボックス 144">
            <a:extLst>
              <a:ext uri="{FF2B5EF4-FFF2-40B4-BE49-F238E27FC236}">
                <a16:creationId xmlns:a16="http://schemas.microsoft.com/office/drawing/2014/main" id="{11F43767-B95C-5700-257B-0BD02CE03B17}"/>
              </a:ext>
            </a:extLst>
          </p:cNvPr>
          <p:cNvSpPr txBox="1"/>
          <p:nvPr/>
        </p:nvSpPr>
        <p:spPr>
          <a:xfrm>
            <a:off x="2700000" y="8041495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 VM*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テキスト ボックス 144">
            <a:extLst>
              <a:ext uri="{FF2B5EF4-FFF2-40B4-BE49-F238E27FC236}">
                <a16:creationId xmlns:a16="http://schemas.microsoft.com/office/drawing/2014/main" id="{B980B237-3138-DFDE-DFAC-446957DEDF02}"/>
              </a:ext>
            </a:extLst>
          </p:cNvPr>
          <p:cNvSpPr txBox="1"/>
          <p:nvPr/>
        </p:nvSpPr>
        <p:spPr>
          <a:xfrm>
            <a:off x="2891445" y="8131766"/>
            <a:ext cx="2132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144">
            <a:extLst>
              <a:ext uri="{FF2B5EF4-FFF2-40B4-BE49-F238E27FC236}">
                <a16:creationId xmlns:a16="http://schemas.microsoft.com/office/drawing/2014/main" id="{8C3CCE80-8026-B4F1-0755-BC08D4839C45}"/>
              </a:ext>
            </a:extLst>
          </p:cNvPr>
          <p:cNvSpPr txBox="1"/>
          <p:nvPr/>
        </p:nvSpPr>
        <p:spPr>
          <a:xfrm>
            <a:off x="2500841" y="8134934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2910" y="72000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16200000" flipH="1">
            <a:off x="5196697" y="3831268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268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9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484000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33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736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3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951999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52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5194369" y="6677243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5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5179886" y="6930590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9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168000" y="8856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78" name="正方形/長方形 34">
            <a:extLst>
              <a:ext uri="{FF2B5EF4-FFF2-40B4-BE49-F238E27FC236}">
                <a16:creationId xmlns:a16="http://schemas.microsoft.com/office/drawing/2014/main" id="{AD02278C-F774-02F5-ADE3-BBB8DC719B03}"/>
              </a:ext>
            </a:extLst>
          </p:cNvPr>
          <p:cNvSpPr/>
          <p:nvPr/>
        </p:nvSpPr>
        <p:spPr>
          <a:xfrm rot="16200000" flipH="1">
            <a:off x="4807590" y="480707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46BD47B8-972E-0EB4-1BB6-BD0CFB764CE4}"/>
              </a:ext>
            </a:extLst>
          </p:cNvPr>
          <p:cNvSpPr/>
          <p:nvPr/>
        </p:nvSpPr>
        <p:spPr>
          <a:xfrm rot="5400000">
            <a:off x="4813225" y="5291035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92" name="正方形/長方形 34">
            <a:extLst>
              <a:ext uri="{FF2B5EF4-FFF2-40B4-BE49-F238E27FC236}">
                <a16:creationId xmlns:a16="http://schemas.microsoft.com/office/drawing/2014/main" id="{682159BC-3347-4C7C-A47C-E7A76B68E20D}"/>
              </a:ext>
            </a:extLst>
          </p:cNvPr>
          <p:cNvSpPr/>
          <p:nvPr/>
        </p:nvSpPr>
        <p:spPr>
          <a:xfrm rot="16200000" flipH="1">
            <a:off x="4808379" y="721951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96" name="正方形/長方形 180">
            <a:extLst>
              <a:ext uri="{FF2B5EF4-FFF2-40B4-BE49-F238E27FC236}">
                <a16:creationId xmlns:a16="http://schemas.microsoft.com/office/drawing/2014/main" id="{226CFE4D-9BE9-5912-11B5-D186D56651A7}"/>
              </a:ext>
            </a:extLst>
          </p:cNvPr>
          <p:cNvSpPr/>
          <p:nvPr/>
        </p:nvSpPr>
        <p:spPr>
          <a:xfrm>
            <a:off x="4086271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0" name="テキスト ボックス 166">
            <a:extLst>
              <a:ext uri="{FF2B5EF4-FFF2-40B4-BE49-F238E27FC236}">
                <a16:creationId xmlns:a16="http://schemas.microsoft.com/office/drawing/2014/main" id="{92C51CA4-8C3A-4A9D-0199-125D9C895FA4}"/>
              </a:ext>
            </a:extLst>
          </p:cNvPr>
          <p:cNvSpPr txBox="1"/>
          <p:nvPr/>
        </p:nvSpPr>
        <p:spPr>
          <a:xfrm>
            <a:off x="3188968" y="8443709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38C699-5271-2269-7991-7D83E9B81555}"/>
              </a:ext>
            </a:extLst>
          </p:cNvPr>
          <p:cNvSpPr txBox="1"/>
          <p:nvPr/>
        </p:nvSpPr>
        <p:spPr>
          <a:xfrm>
            <a:off x="4302000" y="810203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151</Words>
  <Application>Microsoft Office PowerPoint</Application>
  <PresentationFormat>A4 210 x 297 mm</PresentationFormat>
  <Paragraphs>114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ARAKIDA 荒木田</cp:lastModifiedBy>
  <cp:revision>14</cp:revision>
  <dcterms:created xsi:type="dcterms:W3CDTF">2025-12-12T06:11:27Z</dcterms:created>
  <dcterms:modified xsi:type="dcterms:W3CDTF">2026-10-01T06:48:26Z</dcterms:modified>
</cp:coreProperties>
</file>