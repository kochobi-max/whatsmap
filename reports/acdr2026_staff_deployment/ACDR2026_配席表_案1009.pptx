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F2E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100" d="100"/>
          <a:sy n="100" d="100"/>
        </p:scale>
        <p:origin x="642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D0730-7E90-4332-9297-A7D0A3E579F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889EB-9275-41A4-9FA6-DB4CF39EBF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044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889EB-9275-41A4-9FA6-DB4CF39EBF9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2895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28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5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5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46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9690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B2121CC8-B4A9-DEE7-A04B-83D83CC6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403" y="413392"/>
            <a:ext cx="3277528" cy="2721647"/>
          </a:xfrm>
          <a:prstGeom prst="rect">
            <a:avLst/>
          </a:prstGeom>
        </p:spPr>
      </p:pic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F7208BB7-12A8-F85E-A647-D53AC26ACA91}"/>
              </a:ext>
            </a:extLst>
          </p:cNvPr>
          <p:cNvSpPr/>
          <p:nvPr/>
        </p:nvSpPr>
        <p:spPr>
          <a:xfrm>
            <a:off x="2029179" y="3122023"/>
            <a:ext cx="2701320" cy="1061967"/>
          </a:xfrm>
          <a:prstGeom prst="roundRect">
            <a:avLst/>
          </a:prstGeom>
          <a:solidFill>
            <a:srgbClr val="F2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A332D2-8246-7F03-0928-5C9F39ECEC3D}"/>
              </a:ext>
            </a:extLst>
          </p:cNvPr>
          <p:cNvSpPr txBox="1"/>
          <p:nvPr/>
        </p:nvSpPr>
        <p:spPr>
          <a:xfrm>
            <a:off x="475488" y="0"/>
            <a:ext cx="580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ACDR2026　配席表 案 10/9（Peridot 204-206）</a:t>
            </a:r>
            <a:r>
              <a:rPr kumimoji="1"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0DBBAE20-CF2C-6873-655E-7B1F6E9A0671}"/>
              </a:ext>
            </a:extLst>
          </p:cNvPr>
          <p:cNvGrpSpPr/>
          <p:nvPr/>
        </p:nvGrpSpPr>
        <p:grpSpPr>
          <a:xfrm>
            <a:off x="2329831" y="3426358"/>
            <a:ext cx="825634" cy="406071"/>
            <a:chOff x="2329831" y="3426358"/>
            <a:chExt cx="825634" cy="406071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7AD27987-DE9B-8455-E20C-F526A542681A}"/>
                </a:ext>
              </a:extLst>
            </p:cNvPr>
            <p:cNvSpPr/>
            <p:nvPr/>
          </p:nvSpPr>
          <p:spPr>
            <a:xfrm rot="19847151">
              <a:off x="2329831" y="3640314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0473CAB6-944C-2DD4-529B-BD7072CE9108}"/>
                </a:ext>
              </a:extLst>
            </p:cNvPr>
            <p:cNvSpPr/>
            <p:nvPr/>
          </p:nvSpPr>
          <p:spPr>
            <a:xfrm rot="19897458">
              <a:off x="2718686" y="3426358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747975-35BB-591C-2F06-B991E98CDFF1}"/>
              </a:ext>
            </a:extLst>
          </p:cNvPr>
          <p:cNvSpPr/>
          <p:nvPr/>
        </p:nvSpPr>
        <p:spPr>
          <a:xfrm>
            <a:off x="2718668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21313B68-6A54-8771-957C-1A0EBC37C910}"/>
              </a:ext>
            </a:extLst>
          </p:cNvPr>
          <p:cNvGrpSpPr/>
          <p:nvPr/>
        </p:nvGrpSpPr>
        <p:grpSpPr>
          <a:xfrm>
            <a:off x="4083586" y="4643935"/>
            <a:ext cx="178614" cy="2906901"/>
            <a:chOff x="4083586" y="4643935"/>
            <a:chExt cx="178614" cy="2906901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3C1A60F3-E989-F838-3F7E-C9C1E905D3D6}"/>
                </a:ext>
              </a:extLst>
            </p:cNvPr>
            <p:cNvSpPr/>
            <p:nvPr/>
          </p:nvSpPr>
          <p:spPr>
            <a:xfrm rot="5400000">
              <a:off x="3937705" y="47898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92FF4AF-D254-8964-DA03-3F13DC123F29}"/>
                </a:ext>
              </a:extLst>
            </p:cNvPr>
            <p:cNvSpPr/>
            <p:nvPr/>
          </p:nvSpPr>
          <p:spPr>
            <a:xfrm rot="5400000">
              <a:off x="3937705" y="576442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49B835A-E44B-A36D-7835-B6735F70F9F0}"/>
                </a:ext>
              </a:extLst>
            </p:cNvPr>
            <p:cNvSpPr/>
            <p:nvPr/>
          </p:nvSpPr>
          <p:spPr>
            <a:xfrm rot="5400000">
              <a:off x="3937705" y="527712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1D61DC77-4CF2-F927-94EF-0AC6A623BB72}"/>
                </a:ext>
              </a:extLst>
            </p:cNvPr>
            <p:cNvSpPr/>
            <p:nvPr/>
          </p:nvSpPr>
          <p:spPr>
            <a:xfrm rot="5400000">
              <a:off x="3937705" y="625173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190FC1D-FD74-DFD2-4474-AB087FC0E1A3}"/>
                </a:ext>
              </a:extLst>
            </p:cNvPr>
            <p:cNvSpPr/>
            <p:nvPr/>
          </p:nvSpPr>
          <p:spPr>
            <a:xfrm rot="5400000">
              <a:off x="3937705" y="673903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99560F1-04DB-4AED-6B4D-60307828E957}"/>
                </a:ext>
              </a:extLst>
            </p:cNvPr>
            <p:cNvSpPr/>
            <p:nvPr/>
          </p:nvSpPr>
          <p:spPr>
            <a:xfrm rot="5400000">
              <a:off x="3937705" y="722634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17323ABC-722E-D0F3-E927-1DD0C75A093D}"/>
              </a:ext>
            </a:extLst>
          </p:cNvPr>
          <p:cNvGrpSpPr/>
          <p:nvPr/>
        </p:nvGrpSpPr>
        <p:grpSpPr>
          <a:xfrm>
            <a:off x="2525445" y="4642328"/>
            <a:ext cx="178614" cy="2906442"/>
            <a:chOff x="2506393" y="4637565"/>
            <a:chExt cx="178614" cy="2906442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932579E-E451-D7A3-EAFB-A5EAB7D8E51A}"/>
                </a:ext>
              </a:extLst>
            </p:cNvPr>
            <p:cNvSpPr/>
            <p:nvPr/>
          </p:nvSpPr>
          <p:spPr>
            <a:xfrm rot="5400000">
              <a:off x="2360512" y="478344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347697-6942-A5E1-817B-F743011C8968}"/>
                </a:ext>
              </a:extLst>
            </p:cNvPr>
            <p:cNvSpPr/>
            <p:nvPr/>
          </p:nvSpPr>
          <p:spPr>
            <a:xfrm rot="5400000">
              <a:off x="2360512" y="575787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F3187C-6A81-2B62-4CB0-C93212B696F7}"/>
                </a:ext>
              </a:extLst>
            </p:cNvPr>
            <p:cNvSpPr/>
            <p:nvPr/>
          </p:nvSpPr>
          <p:spPr>
            <a:xfrm rot="5400000">
              <a:off x="2360512" y="527065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advisor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85194FB-678B-634F-91CD-0F2C91289EE2}"/>
                </a:ext>
              </a:extLst>
            </p:cNvPr>
            <p:cNvSpPr/>
            <p:nvPr/>
          </p:nvSpPr>
          <p:spPr>
            <a:xfrm rot="5400000">
              <a:off x="2360512" y="624508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90017BE9-91C4-8CD0-EE92-3F374D052AC8}"/>
                </a:ext>
              </a:extLst>
            </p:cNvPr>
            <p:cNvSpPr/>
            <p:nvPr/>
          </p:nvSpPr>
          <p:spPr>
            <a:xfrm rot="5400000">
              <a:off x="2360512" y="6732298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4A4DF5EC-6889-CACA-A19D-00ECBBA3226E}"/>
                </a:ext>
              </a:extLst>
            </p:cNvPr>
            <p:cNvSpPr/>
            <p:nvPr/>
          </p:nvSpPr>
          <p:spPr>
            <a:xfrm rot="5400000">
              <a:off x="2360512" y="721951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584E6-C71E-0F43-44DC-1EC9E4DC915A}"/>
              </a:ext>
            </a:extLst>
          </p:cNvPr>
          <p:cNvSpPr txBox="1"/>
          <p:nvPr/>
        </p:nvSpPr>
        <p:spPr>
          <a:xfrm>
            <a:off x="4320000" y="521403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936CACE-AE0C-27F7-DCE0-69912FF98B7A}"/>
              </a:ext>
            </a:extLst>
          </p:cNvPr>
          <p:cNvSpPr txBox="1"/>
          <p:nvPr/>
        </p:nvSpPr>
        <p:spPr>
          <a:xfrm>
            <a:off x="1980000" y="519613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ja-JP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  <a:endParaRPr lang="ja-JP" altLang="ja-JP" sz="600" b="0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96D28C2-9A99-96C2-A2F3-1FF6221D12BD}"/>
              </a:ext>
            </a:extLst>
          </p:cNvPr>
          <p:cNvSpPr txBox="1"/>
          <p:nvPr/>
        </p:nvSpPr>
        <p:spPr>
          <a:xfrm>
            <a:off x="4320000" y="545734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80ED1C-425E-D5F2-26DF-06159AF7CB04}"/>
              </a:ext>
            </a:extLst>
          </p:cNvPr>
          <p:cNvSpPr txBox="1"/>
          <p:nvPr/>
        </p:nvSpPr>
        <p:spPr>
          <a:xfrm>
            <a:off x="4320000" y="569979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F0A41B-F42C-A54B-527E-7370075B6B60}"/>
              </a:ext>
            </a:extLst>
          </p:cNvPr>
          <p:cNvSpPr txBox="1"/>
          <p:nvPr/>
        </p:nvSpPr>
        <p:spPr>
          <a:xfrm>
            <a:off x="4320000" y="595888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Thailand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0D0094-CFE9-4FA0-3E03-8FEF204A9BBC}"/>
              </a:ext>
            </a:extLst>
          </p:cNvPr>
          <p:cNvSpPr txBox="1"/>
          <p:nvPr/>
        </p:nvSpPr>
        <p:spPr>
          <a:xfrm>
            <a:off x="4320000" y="620727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Sri Lanka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65A779D0-D4B6-513C-43F7-7857ABEE0531}"/>
              </a:ext>
            </a:extLst>
          </p:cNvPr>
          <p:cNvSpPr txBox="1"/>
          <p:nvPr/>
        </p:nvSpPr>
        <p:spPr>
          <a:xfrm>
            <a:off x="4320000" y="64516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68459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230E3CF-2C69-78FC-355F-D3FE7734B380}"/>
              </a:ext>
            </a:extLst>
          </p:cNvPr>
          <p:cNvSpPr txBox="1"/>
          <p:nvPr/>
        </p:nvSpPr>
        <p:spPr>
          <a:xfrm>
            <a:off x="3664749" y="758821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Maldives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D1AB3CE-7BB8-0184-03C2-4C91BB9F47D8}"/>
              </a:ext>
            </a:extLst>
          </p:cNvPr>
          <p:cNvSpPr txBox="1"/>
          <p:nvPr/>
        </p:nvSpPr>
        <p:spPr>
          <a:xfrm>
            <a:off x="3377183" y="768281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Malaysia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3FCC560-6F4D-4532-B5E2-C1132685646A}"/>
              </a:ext>
            </a:extLst>
          </p:cNvPr>
          <p:cNvSpPr txBox="1"/>
          <p:nvPr/>
        </p:nvSpPr>
        <p:spPr>
          <a:xfrm>
            <a:off x="3155484" y="758821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Lao PDR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A8D2F2-5B72-C535-1237-DF90FC5AA7C9}"/>
              </a:ext>
            </a:extLst>
          </p:cNvPr>
          <p:cNvSpPr txBox="1"/>
          <p:nvPr/>
        </p:nvSpPr>
        <p:spPr>
          <a:xfrm>
            <a:off x="4320000" y="4971016"/>
            <a:ext cx="468000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Armenia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EF48BBD-6522-C357-44F8-A32F7EF08FA0}"/>
              </a:ext>
            </a:extLst>
          </p:cNvPr>
          <p:cNvSpPr txBox="1"/>
          <p:nvPr/>
        </p:nvSpPr>
        <p:spPr>
          <a:xfrm>
            <a:off x="1980000" y="587014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Bangladesh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E95C956-8D49-B3D7-DC25-4A4AF490A7CF}"/>
              </a:ext>
            </a:extLst>
          </p:cNvPr>
          <p:cNvSpPr txBox="1"/>
          <p:nvPr/>
        </p:nvSpPr>
        <p:spPr>
          <a:xfrm>
            <a:off x="1980000" y="566373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110F1C6-EB50-4DB2-65CC-D81560ED4EAF}"/>
              </a:ext>
            </a:extLst>
          </p:cNvPr>
          <p:cNvSpPr txBox="1"/>
          <p:nvPr/>
        </p:nvSpPr>
        <p:spPr>
          <a:xfrm>
            <a:off x="1980000" y="496257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23FA521-06F1-908C-FCB3-45FCABE7A107}"/>
              </a:ext>
            </a:extLst>
          </p:cNvPr>
          <p:cNvSpPr txBox="1"/>
          <p:nvPr/>
        </p:nvSpPr>
        <p:spPr>
          <a:xfrm>
            <a:off x="1980000" y="475960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74FBB56-0A59-D035-B6C5-DDED0580D2B7}"/>
              </a:ext>
            </a:extLst>
          </p:cNvPr>
          <p:cNvSpPr txBox="1"/>
          <p:nvPr/>
        </p:nvSpPr>
        <p:spPr>
          <a:xfrm>
            <a:off x="1980000" y="54160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AUS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7008125-43FE-3A56-BEB9-019CC5713A4B}"/>
              </a:ext>
            </a:extLst>
          </p:cNvPr>
          <p:cNvSpPr txBox="1"/>
          <p:nvPr/>
        </p:nvSpPr>
        <p:spPr>
          <a:xfrm>
            <a:off x="1980000" y="615052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Bhutan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7D38666-1737-B763-2749-592249C57E8B}"/>
              </a:ext>
            </a:extLst>
          </p:cNvPr>
          <p:cNvSpPr txBox="1"/>
          <p:nvPr/>
        </p:nvSpPr>
        <p:spPr>
          <a:xfrm>
            <a:off x="1980000" y="636543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5361A0-0EEC-B4B5-EADB-61DA76865F0A}"/>
              </a:ext>
            </a:extLst>
          </p:cNvPr>
          <p:cNvSpPr txBox="1"/>
          <p:nvPr/>
        </p:nvSpPr>
        <p:spPr>
          <a:xfrm>
            <a:off x="1980000" y="66442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Cambodia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49F453-428E-C057-CCEA-83B956AED841}"/>
              </a:ext>
            </a:extLst>
          </p:cNvPr>
          <p:cNvSpPr txBox="1"/>
          <p:nvPr/>
        </p:nvSpPr>
        <p:spPr>
          <a:xfrm>
            <a:off x="1983886" y="6972435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6D9C710-2898-DB5B-E9A2-AD407AE21438}"/>
              </a:ext>
            </a:extLst>
          </p:cNvPr>
          <p:cNvSpPr txBox="1"/>
          <p:nvPr/>
        </p:nvSpPr>
        <p:spPr>
          <a:xfrm>
            <a:off x="2905775" y="769144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18D39DC-957C-54F6-AB48-C3D077A9AFBB}"/>
              </a:ext>
            </a:extLst>
          </p:cNvPr>
          <p:cNvSpPr txBox="1"/>
          <p:nvPr/>
        </p:nvSpPr>
        <p:spPr>
          <a:xfrm>
            <a:off x="4321133" y="719596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Myanmar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B340532-288F-7EDC-4FA2-3F0723E31CBD}"/>
              </a:ext>
            </a:extLst>
          </p:cNvPr>
          <p:cNvSpPr txBox="1"/>
          <p:nvPr/>
        </p:nvSpPr>
        <p:spPr>
          <a:xfrm>
            <a:off x="5187229" y="5194089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(Kitamoto)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122D04A-0882-0430-FD67-AB57461CB0F0}"/>
              </a:ext>
            </a:extLst>
          </p:cNvPr>
          <p:cNvSpPr txBox="1"/>
          <p:nvPr/>
        </p:nvSpPr>
        <p:spPr>
          <a:xfrm>
            <a:off x="4320000" y="4694584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(Miura)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67470C7-88EA-CFC6-AB62-1D4DAAF5B548}"/>
              </a:ext>
            </a:extLst>
          </p:cNvPr>
          <p:cNvSpPr txBox="1"/>
          <p:nvPr/>
        </p:nvSpPr>
        <p:spPr>
          <a:xfrm>
            <a:off x="1188000" y="474198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611572E-0F44-7FA8-21AD-7DBB8CE9C9E1}"/>
              </a:ext>
            </a:extLst>
          </p:cNvPr>
          <p:cNvSpPr txBox="1"/>
          <p:nvPr/>
        </p:nvSpPr>
        <p:spPr>
          <a:xfrm>
            <a:off x="1188000" y="496185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9B9D6FB-B62C-9E7D-C5FD-2065FFCC7EE1}"/>
              </a:ext>
            </a:extLst>
          </p:cNvPr>
          <p:cNvSpPr txBox="1"/>
          <p:nvPr/>
        </p:nvSpPr>
        <p:spPr>
          <a:xfrm>
            <a:off x="1188000" y="522609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652DD0-A33C-EA80-0E9F-2F3EA842B1DF}"/>
              </a:ext>
            </a:extLst>
          </p:cNvPr>
          <p:cNvSpPr txBox="1"/>
          <p:nvPr/>
        </p:nvSpPr>
        <p:spPr>
          <a:xfrm>
            <a:off x="1188000" y="543249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FDBE9FDD-CD5F-EAE2-307F-3BC542EAB60C}"/>
              </a:ext>
            </a:extLst>
          </p:cNvPr>
          <p:cNvSpPr txBox="1"/>
          <p:nvPr/>
        </p:nvSpPr>
        <p:spPr>
          <a:xfrm>
            <a:off x="1188000" y="569256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3A852FA-887E-A813-3D7A-33CE02612617}"/>
              </a:ext>
            </a:extLst>
          </p:cNvPr>
          <p:cNvSpPr txBox="1"/>
          <p:nvPr/>
        </p:nvSpPr>
        <p:spPr>
          <a:xfrm>
            <a:off x="1188000" y="591053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7977E01-4CDB-9867-8CE2-94B9E9B1A220}"/>
              </a:ext>
            </a:extLst>
          </p:cNvPr>
          <p:cNvSpPr txBox="1"/>
          <p:nvPr/>
        </p:nvSpPr>
        <p:spPr>
          <a:xfrm>
            <a:off x="1188000" y="61893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JICA (Sakurai)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33048CE-D496-046B-41FF-43BC66DDBCA4}"/>
              </a:ext>
            </a:extLst>
          </p:cNvPr>
          <p:cNvSpPr txBox="1"/>
          <p:nvPr/>
        </p:nvSpPr>
        <p:spPr>
          <a:xfrm>
            <a:off x="1188000" y="644366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D4F889-3CFA-3E56-6F07-C58D4D8892BC}"/>
              </a:ext>
            </a:extLst>
          </p:cNvPr>
          <p:cNvSpPr txBox="1"/>
          <p:nvPr/>
        </p:nvSpPr>
        <p:spPr>
          <a:xfrm>
            <a:off x="5187229" y="6184786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838548F7-0037-9DC5-6AAF-5E6E71B2EB97}"/>
              </a:ext>
            </a:extLst>
          </p:cNvPr>
          <p:cNvSpPr txBox="1"/>
          <p:nvPr/>
        </p:nvSpPr>
        <p:spPr>
          <a:xfrm>
            <a:off x="5187229" y="5936369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5179886" y="548194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2058DC3D-B375-5AB4-1047-40FAD8678075}"/>
              </a:ext>
            </a:extLst>
          </p:cNvPr>
          <p:cNvSpPr txBox="1"/>
          <p:nvPr/>
        </p:nvSpPr>
        <p:spPr>
          <a:xfrm>
            <a:off x="5187229" y="4912098"/>
            <a:ext cx="503999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(Miyaki)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D18247A-3336-437F-15D8-516CA6179F93}"/>
              </a:ext>
            </a:extLst>
          </p:cNvPr>
          <p:cNvSpPr txBox="1"/>
          <p:nvPr/>
        </p:nvSpPr>
        <p:spPr>
          <a:xfrm>
            <a:off x="5179887" y="469670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274D9DC6-FE2D-6664-BB59-CE7C57FCA490}"/>
              </a:ext>
            </a:extLst>
          </p:cNvPr>
          <p:cNvSpPr txBox="1"/>
          <p:nvPr/>
        </p:nvSpPr>
        <p:spPr>
          <a:xfrm>
            <a:off x="5187229" y="492985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2C5011E-D25C-59A7-8642-55FE5CBF6408}"/>
              </a:ext>
            </a:extLst>
          </p:cNvPr>
          <p:cNvSpPr/>
          <p:nvPr/>
        </p:nvSpPr>
        <p:spPr>
          <a:xfrm>
            <a:off x="3175592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3AE43A6B-31B1-7AC9-C8CE-F2891DF8BD3D}"/>
              </a:ext>
            </a:extLst>
          </p:cNvPr>
          <p:cNvSpPr/>
          <p:nvPr/>
        </p:nvSpPr>
        <p:spPr>
          <a:xfrm>
            <a:off x="3632516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16C7021B-F6E3-0D55-C517-051B5D4CC714}"/>
              </a:ext>
            </a:extLst>
          </p:cNvPr>
          <p:cNvGrpSpPr/>
          <p:nvPr/>
        </p:nvGrpSpPr>
        <p:grpSpPr>
          <a:xfrm>
            <a:off x="3651043" y="3435884"/>
            <a:ext cx="813828" cy="415408"/>
            <a:chOff x="3651043" y="3435884"/>
            <a:chExt cx="813828" cy="415408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FF21DF63-3959-E86B-E9B6-E364C124474F}"/>
                </a:ext>
              </a:extLst>
            </p:cNvPr>
            <p:cNvSpPr/>
            <p:nvPr/>
          </p:nvSpPr>
          <p:spPr>
            <a:xfrm rot="1817373">
              <a:off x="3651043" y="3435884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9785291B-B07C-1E6F-C831-7D4516BC64B5}"/>
                </a:ext>
              </a:extLst>
            </p:cNvPr>
            <p:cNvSpPr/>
            <p:nvPr/>
          </p:nvSpPr>
          <p:spPr>
            <a:xfrm rot="1817373">
              <a:off x="4028092" y="3659177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9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174805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8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388768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9" name="正方形/長方形 176">
            <a:extLst>
              <a:ext uri="{FF2B5EF4-FFF2-40B4-BE49-F238E27FC236}">
                <a16:creationId xmlns:a16="http://schemas.microsoft.com/office/drawing/2014/main" id="{05B579E1-AA55-878D-A7FE-D0AF2F6EF8F3}"/>
              </a:ext>
            </a:extLst>
          </p:cNvPr>
          <p:cNvSpPr/>
          <p:nvPr/>
        </p:nvSpPr>
        <p:spPr>
          <a:xfrm>
            <a:off x="2718776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0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4320000" y="8506226"/>
            <a:ext cx="16350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202" name="正方形/長方形 186">
            <a:extLst>
              <a:ext uri="{FF2B5EF4-FFF2-40B4-BE49-F238E27FC236}">
                <a16:creationId xmlns:a16="http://schemas.microsoft.com/office/drawing/2014/main" id="{691FF50D-B26B-3AE6-972B-AB9315D96FA0}"/>
              </a:ext>
            </a:extLst>
          </p:cNvPr>
          <p:cNvSpPr/>
          <p:nvPr/>
        </p:nvSpPr>
        <p:spPr>
          <a:xfrm>
            <a:off x="3175592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3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632407" y="8041732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Google 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278807" y="806460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0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6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4091632" y="806297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ADB</a:t>
            </a:r>
          </a:p>
        </p:txBody>
      </p:sp>
      <p:sp>
        <p:nvSpPr>
          <p:cNvPr id="20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49946" y="7394950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AHA Centre</a:t>
            </a:r>
          </a:p>
        </p:txBody>
      </p:sp>
      <p:sp>
        <p:nvSpPr>
          <p:cNvPr id="20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9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37992" y="6913339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0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54099" y="7155567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4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229712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7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627286"/>
            <a:ext cx="436816" cy="192003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ADRC Sec.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9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0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653FE8-07B0-44C9-0C57-A8A27F6FDC6C}"/>
              </a:ext>
            </a:extLst>
          </p:cNvPr>
          <p:cNvSpPr txBox="1"/>
          <p:nvPr/>
        </p:nvSpPr>
        <p:spPr>
          <a:xfrm>
            <a:off x="3910634" y="767804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Mongolia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501238-855A-295D-78A9-C0A414880A1E}"/>
              </a:ext>
            </a:extLst>
          </p:cNvPr>
          <p:cNvSpPr txBox="1"/>
          <p:nvPr/>
        </p:nvSpPr>
        <p:spPr>
          <a:xfrm>
            <a:off x="5179887" y="4772504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DC028-13EE-D2C6-D5AE-B224950696DF}"/>
              </a:ext>
            </a:extLst>
          </p:cNvPr>
          <p:cNvSpPr txBox="1"/>
          <p:nvPr/>
        </p:nvSpPr>
        <p:spPr>
          <a:xfrm>
            <a:off x="5187229" y="5417926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5400000">
            <a:off x="4812230" y="381536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407015B-F057-DAFC-1636-9BE56A97EC4E}"/>
              </a:ext>
            </a:extLst>
          </p:cNvPr>
          <p:cNvSpPr/>
          <p:nvPr/>
        </p:nvSpPr>
        <p:spPr>
          <a:xfrm rot="5400000">
            <a:off x="4812155" y="3318647"/>
            <a:ext cx="470376" cy="1786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AV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C895F9B-3B6D-66A9-D251-31BC87E22F1D}"/>
              </a:ext>
            </a:extLst>
          </p:cNvPr>
          <p:cNvSpPr txBox="1"/>
          <p:nvPr/>
        </p:nvSpPr>
        <p:spPr>
          <a:xfrm>
            <a:off x="3377183" y="853257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EE1E316-4180-3E02-F4EC-4529BE0693D5}"/>
              </a:ext>
            </a:extLst>
          </p:cNvPr>
          <p:cNvSpPr txBox="1"/>
          <p:nvPr/>
        </p:nvSpPr>
        <p:spPr>
          <a:xfrm>
            <a:off x="3203042" y="804173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4" name="テキスト ボックス 144">
            <a:extLst>
              <a:ext uri="{FF2B5EF4-FFF2-40B4-BE49-F238E27FC236}">
                <a16:creationId xmlns:a16="http://schemas.microsoft.com/office/drawing/2014/main" id="{9C2A582F-99E6-0B88-8647-3AEFD79ACC22}"/>
              </a:ext>
            </a:extLst>
          </p:cNvPr>
          <p:cNvSpPr txBox="1"/>
          <p:nvPr/>
        </p:nvSpPr>
        <p:spPr>
          <a:xfrm>
            <a:off x="3756547" y="8134527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Nepal</a:t>
            </a:r>
          </a:p>
        </p:txBody>
      </p:sp>
      <p:sp>
        <p:nvSpPr>
          <p:cNvPr id="68" name="テキスト ボックス 144">
            <a:extLst>
              <a:ext uri="{FF2B5EF4-FFF2-40B4-BE49-F238E27FC236}">
                <a16:creationId xmlns:a16="http://schemas.microsoft.com/office/drawing/2014/main" id="{7A4684C1-F671-F71E-E47A-D4652D88B21D}"/>
              </a:ext>
            </a:extLst>
          </p:cNvPr>
          <p:cNvSpPr txBox="1"/>
          <p:nvPr/>
        </p:nvSpPr>
        <p:spPr>
          <a:xfrm>
            <a:off x="4114868" y="8440904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37079589-33D8-1445-F150-A90CB1D32C36}"/>
              </a:ext>
            </a:extLst>
          </p:cNvPr>
          <p:cNvGrpSpPr/>
          <p:nvPr/>
        </p:nvGrpSpPr>
        <p:grpSpPr>
          <a:xfrm>
            <a:off x="1711236" y="4647992"/>
            <a:ext cx="178614" cy="2896015"/>
            <a:chOff x="1711236" y="4647992"/>
            <a:chExt cx="178614" cy="2896015"/>
          </a:xfrm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700C1B2A-1DF0-3986-B0B8-EBC97FFF705C}"/>
                </a:ext>
              </a:extLst>
            </p:cNvPr>
            <p:cNvSpPr/>
            <p:nvPr/>
          </p:nvSpPr>
          <p:spPr>
            <a:xfrm rot="5400000">
              <a:off x="1565355" y="576412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945E6FF5-D9BA-F0D8-B5A7-96B357EFFCF1}"/>
                </a:ext>
              </a:extLst>
            </p:cNvPr>
            <p:cNvSpPr/>
            <p:nvPr/>
          </p:nvSpPr>
          <p:spPr>
            <a:xfrm rot="5400000">
              <a:off x="1565355" y="6249257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B647ED0-614C-A354-8E67-9388150BFF88}"/>
                </a:ext>
              </a:extLst>
            </p:cNvPr>
            <p:cNvSpPr/>
            <p:nvPr/>
          </p:nvSpPr>
          <p:spPr>
            <a:xfrm rot="5400000">
              <a:off x="1565355" y="673438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6C9F1-8DF5-EAA2-7BC5-5286C9B4B9F3}"/>
                </a:ext>
              </a:extLst>
            </p:cNvPr>
            <p:cNvSpPr/>
            <p:nvPr/>
          </p:nvSpPr>
          <p:spPr>
            <a:xfrm rot="5400000">
              <a:off x="1565355" y="721951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partner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6692D1C1-0754-F832-38B7-DC197E75AAAE}"/>
                </a:ext>
              </a:extLst>
            </p:cNvPr>
            <p:cNvSpPr/>
            <p:nvPr/>
          </p:nvSpPr>
          <p:spPr>
            <a:xfrm rot="5400000">
              <a:off x="1565355" y="527900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27B2054D-EC89-AA57-D4E6-013866F36385}"/>
                </a:ext>
              </a:extLst>
            </p:cNvPr>
            <p:cNvSpPr/>
            <p:nvPr/>
          </p:nvSpPr>
          <p:spPr>
            <a:xfrm rot="5400000">
              <a:off x="1565355" y="4793873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497BA2D-96B4-0887-1A2D-8A6DA9E0E0FB}"/>
              </a:ext>
            </a:extLst>
          </p:cNvPr>
          <p:cNvSpPr txBox="1"/>
          <p:nvPr/>
        </p:nvSpPr>
        <p:spPr>
          <a:xfrm>
            <a:off x="1188000" y="668481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EDC7B12-4EB4-428B-DA9C-C69544F8199C}"/>
              </a:ext>
            </a:extLst>
          </p:cNvPr>
          <p:cNvSpPr txBox="1"/>
          <p:nvPr/>
        </p:nvSpPr>
        <p:spPr>
          <a:xfrm>
            <a:off x="1353872" y="6953734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4" name="テキスト ボックス 166">
            <a:extLst>
              <a:ext uri="{FF2B5EF4-FFF2-40B4-BE49-F238E27FC236}">
                <a16:creationId xmlns:a16="http://schemas.microsoft.com/office/drawing/2014/main" id="{AE2CC6EB-5911-A50B-1E54-C6CB9F19A536}"/>
              </a:ext>
            </a:extLst>
          </p:cNvPr>
          <p:cNvSpPr txBox="1"/>
          <p:nvPr/>
        </p:nvSpPr>
        <p:spPr>
          <a:xfrm>
            <a:off x="5187229" y="6458088"/>
            <a:ext cx="503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850816" y="8546495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JICA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59B517-7C70-1A64-9418-9FC9EBA9EE71}"/>
              </a:ext>
            </a:extLst>
          </p:cNvPr>
          <p:cNvSpPr txBox="1"/>
          <p:nvPr/>
        </p:nvSpPr>
        <p:spPr>
          <a:xfrm>
            <a:off x="5187229" y="5713138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DF67ED-41A0-8BC8-B7FA-653D1B949F3D}"/>
              </a:ext>
            </a:extLst>
          </p:cNvPr>
          <p:cNvSpPr/>
          <p:nvPr/>
        </p:nvSpPr>
        <p:spPr>
          <a:xfrm>
            <a:off x="1611163" y="338554"/>
            <a:ext cx="409366" cy="88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74E23B-7F15-BE3B-564D-2F76350CF7C4}"/>
              </a:ext>
            </a:extLst>
          </p:cNvPr>
          <p:cNvSpPr/>
          <p:nvPr/>
        </p:nvSpPr>
        <p:spPr>
          <a:xfrm>
            <a:off x="3359316" y="581313"/>
            <a:ext cx="1124189" cy="1771745"/>
          </a:xfrm>
          <a:prstGeom prst="rect">
            <a:avLst/>
          </a:prstGeom>
          <a:noFill/>
          <a:ln>
            <a:solidFill>
              <a:srgbClr val="4BAC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78BD0D8-6B6C-9FB8-6FBE-F4FA1C2675E2}"/>
              </a:ext>
            </a:extLst>
          </p:cNvPr>
          <p:cNvCxnSpPr>
            <a:cxnSpLocks/>
          </p:cNvCxnSpPr>
          <p:nvPr/>
        </p:nvCxnSpPr>
        <p:spPr>
          <a:xfrm flipH="1">
            <a:off x="1387843" y="2391807"/>
            <a:ext cx="1989340" cy="106196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E6FC1F6-C0C2-087E-EACD-CD43BC58770B}"/>
              </a:ext>
            </a:extLst>
          </p:cNvPr>
          <p:cNvCxnSpPr>
            <a:cxnSpLocks/>
          </p:cNvCxnSpPr>
          <p:nvPr/>
        </p:nvCxnSpPr>
        <p:spPr>
          <a:xfrm>
            <a:off x="4466150" y="2334997"/>
            <a:ext cx="1490207" cy="111989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3632407" y="8452628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Tohoku U</a:t>
            </a:r>
          </a:p>
        </p:txBody>
      </p:sp>
      <p:sp>
        <p:nvSpPr>
          <p:cNvPr id="61" name="テキスト ボックス 166">
            <a:extLst>
              <a:ext uri="{FF2B5EF4-FFF2-40B4-BE49-F238E27FC236}">
                <a16:creationId xmlns:a16="http://schemas.microsoft.com/office/drawing/2014/main" id="{A1AEA476-1755-C219-DDD1-E6ADE9714580}"/>
              </a:ext>
            </a:extLst>
          </p:cNvPr>
          <p:cNvSpPr txBox="1"/>
          <p:nvPr/>
        </p:nvSpPr>
        <p:spPr>
          <a:xfrm>
            <a:off x="3394000" y="813958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BRIN</a:t>
            </a:r>
          </a:p>
        </p:txBody>
      </p:sp>
      <p:sp>
        <p:nvSpPr>
          <p:cNvPr id="66" name="テキスト ボックス 144">
            <a:extLst>
              <a:ext uri="{FF2B5EF4-FFF2-40B4-BE49-F238E27FC236}">
                <a16:creationId xmlns:a16="http://schemas.microsoft.com/office/drawing/2014/main" id="{11F43767-B95C-5700-257B-0BD02CE03B17}"/>
              </a:ext>
            </a:extLst>
          </p:cNvPr>
          <p:cNvSpPr txBox="1"/>
          <p:nvPr/>
        </p:nvSpPr>
        <p:spPr>
          <a:xfrm>
            <a:off x="2700000" y="8041495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 VM*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テキスト ボックス 144">
            <a:extLst>
              <a:ext uri="{FF2B5EF4-FFF2-40B4-BE49-F238E27FC236}">
                <a16:creationId xmlns:a16="http://schemas.microsoft.com/office/drawing/2014/main" id="{B980B237-3138-DFDE-DFAC-446957DEDF02}"/>
              </a:ext>
            </a:extLst>
          </p:cNvPr>
          <p:cNvSpPr txBox="1"/>
          <p:nvPr/>
        </p:nvSpPr>
        <p:spPr>
          <a:xfrm>
            <a:off x="2891445" y="8131766"/>
            <a:ext cx="2132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テキスト ボックス 144">
            <a:extLst>
              <a:ext uri="{FF2B5EF4-FFF2-40B4-BE49-F238E27FC236}">
                <a16:creationId xmlns:a16="http://schemas.microsoft.com/office/drawing/2014/main" id="{8C3CCE80-8026-B4F1-0755-BC08D4839C45}"/>
              </a:ext>
            </a:extLst>
          </p:cNvPr>
          <p:cNvSpPr txBox="1"/>
          <p:nvPr/>
        </p:nvSpPr>
        <p:spPr>
          <a:xfrm>
            <a:off x="2500841" y="8134934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96728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1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268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9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484000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33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736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3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951999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52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5194369" y="6677243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5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5179886" y="6930590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59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168000" y="8856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endParaRPr/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FA05A252-60B5-E1FC-0336-8CB36139DE17}"/>
              </a:ext>
            </a:extLst>
          </p:cNvPr>
          <p:cNvGrpSpPr/>
          <p:nvPr/>
        </p:nvGrpSpPr>
        <p:grpSpPr>
          <a:xfrm>
            <a:off x="4947819" y="4637892"/>
            <a:ext cx="178614" cy="2882816"/>
            <a:chOff x="4947819" y="4637892"/>
            <a:chExt cx="178614" cy="2882816"/>
          </a:xfrm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9B5F02C9-1E10-C73F-E00D-B76975C1CFE4}"/>
                </a:ext>
              </a:extLst>
            </p:cNvPr>
            <p:cNvSpPr/>
            <p:nvPr/>
          </p:nvSpPr>
          <p:spPr>
            <a:xfrm rot="5400000">
              <a:off x="4801938" y="574874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EB3AF8E5-32FE-39CA-323D-7E85FA636433}"/>
                </a:ext>
              </a:extLst>
            </p:cNvPr>
            <p:cNvSpPr/>
            <p:nvPr/>
          </p:nvSpPr>
          <p:spPr>
            <a:xfrm rot="5400000">
              <a:off x="4801938" y="6231237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C3A553A-5437-FACB-8781-4198AAF0188C}"/>
                </a:ext>
              </a:extLst>
            </p:cNvPr>
            <p:cNvSpPr/>
            <p:nvPr/>
          </p:nvSpPr>
          <p:spPr>
            <a:xfrm rot="5400000">
              <a:off x="4801938" y="671372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8" name="正方形/長方形 34">
              <a:extLst>
                <a:ext uri="{FF2B5EF4-FFF2-40B4-BE49-F238E27FC236}">
                  <a16:creationId xmlns:a16="http://schemas.microsoft.com/office/drawing/2014/main" id="{AD02278C-F774-02F5-ADE3-BBB8DC719B03}"/>
                </a:ext>
              </a:extLst>
            </p:cNvPr>
            <p:cNvSpPr/>
            <p:nvPr/>
          </p:nvSpPr>
          <p:spPr>
            <a:xfrm rot="5400000">
              <a:off x="4801938" y="4783773"/>
              <a:ext cx="470376" cy="178614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ADRC Sec.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46BD47B8-972E-0EB4-1BB6-BD0CFB764CE4}"/>
                </a:ext>
              </a:extLst>
            </p:cNvPr>
            <p:cNvSpPr/>
            <p:nvPr/>
          </p:nvSpPr>
          <p:spPr>
            <a:xfrm rot="5400000">
              <a:off x="4801938" y="526626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92" name="正方形/長方形 34">
              <a:extLst>
                <a:ext uri="{FF2B5EF4-FFF2-40B4-BE49-F238E27FC236}">
                  <a16:creationId xmlns:a16="http://schemas.microsoft.com/office/drawing/2014/main" id="{682159BC-3347-4C7C-A47C-E7A76B68E20D}"/>
                </a:ext>
              </a:extLst>
            </p:cNvPr>
            <p:cNvSpPr/>
            <p:nvPr/>
          </p:nvSpPr>
          <p:spPr>
            <a:xfrm rot="5400000">
              <a:off x="4801938" y="7196213"/>
              <a:ext cx="470376" cy="178614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ADRC Sec.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96" name="正方形/長方形 180">
            <a:extLst>
              <a:ext uri="{FF2B5EF4-FFF2-40B4-BE49-F238E27FC236}">
                <a16:creationId xmlns:a16="http://schemas.microsoft.com/office/drawing/2014/main" id="{226CFE4D-9BE9-5912-11B5-D186D56651A7}"/>
              </a:ext>
            </a:extLst>
          </p:cNvPr>
          <p:cNvSpPr/>
          <p:nvPr/>
        </p:nvSpPr>
        <p:spPr>
          <a:xfrm>
            <a:off x="4086271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00" name="テキスト ボックス 166">
            <a:extLst>
              <a:ext uri="{FF2B5EF4-FFF2-40B4-BE49-F238E27FC236}">
                <a16:creationId xmlns:a16="http://schemas.microsoft.com/office/drawing/2014/main" id="{92C51CA4-8C3A-4A9D-0199-125D9C895FA4}"/>
              </a:ext>
            </a:extLst>
          </p:cNvPr>
          <p:cNvSpPr txBox="1"/>
          <p:nvPr/>
        </p:nvSpPr>
        <p:spPr>
          <a:xfrm>
            <a:off x="3188968" y="8443709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738C699-5271-2269-7991-7D83E9B81555}"/>
              </a:ext>
            </a:extLst>
          </p:cNvPr>
          <p:cNvSpPr txBox="1"/>
          <p:nvPr/>
        </p:nvSpPr>
        <p:spPr>
          <a:xfrm>
            <a:off x="4302000" y="810203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96AFAFD-9371-9166-24E2-854C874004F3}"/>
              </a:ext>
            </a:extLst>
          </p:cNvPr>
          <p:cNvSpPr txBox="1"/>
          <p:nvPr/>
        </p:nvSpPr>
        <p:spPr>
          <a:xfrm>
            <a:off x="2358242" y="759725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</a:t>
            </a:r>
            <a:r>
              <a:rPr lang="en-US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onesia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FA18D00-A88D-4255-77F9-2B0C51B2633E}"/>
              </a:ext>
            </a:extLst>
          </p:cNvPr>
          <p:cNvSpPr txBox="1"/>
          <p:nvPr/>
        </p:nvSpPr>
        <p:spPr>
          <a:xfrm>
            <a:off x="5187229" y="4665099"/>
            <a:ext cx="57539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(Staff)</a:t>
            </a:r>
            <a:r>
              <a:rPr lang="en-GB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  <a:r>
              <a:rPr lang="en-US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B68FBF5-22D0-9257-FF00-2814F9AA9ABA}"/>
              </a:ext>
            </a:extLst>
          </p:cNvPr>
          <p:cNvSpPr txBox="1"/>
          <p:nvPr/>
        </p:nvSpPr>
        <p:spPr>
          <a:xfrm>
            <a:off x="5179885" y="3701665"/>
            <a:ext cx="503999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</a:t>
            </a:r>
            <a:r>
              <a:rPr lang="en-US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Arakida</a:t>
            </a: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70BD5DFC-74F5-A636-5756-2BAB1A06F56B}"/>
              </a:ext>
            </a:extLst>
          </p:cNvPr>
          <p:cNvSpPr txBox="1"/>
          <p:nvPr/>
        </p:nvSpPr>
        <p:spPr>
          <a:xfrm>
            <a:off x="5179885" y="3952959"/>
            <a:ext cx="511343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</a:t>
            </a:r>
            <a:r>
              <a:rPr lang="en-US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>Session/</a:t>
            </a:r>
            <a:r>
              <a:rPr lang="ja-JP" altLang="en-US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613F9B8C-6C67-950B-4C9F-A888A62F2B68}"/>
              </a:ext>
            </a:extLst>
          </p:cNvPr>
          <p:cNvSpPr txBox="1"/>
          <p:nvPr/>
        </p:nvSpPr>
        <p:spPr>
          <a:xfrm>
            <a:off x="5187230" y="7136333"/>
            <a:ext cx="40936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(Note)</a:t>
            </a: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577BA6C9-733C-9C8F-5A74-8EF2DD70D8B7}"/>
              </a:ext>
            </a:extLst>
          </p:cNvPr>
          <p:cNvSpPr txBox="1"/>
          <p:nvPr/>
        </p:nvSpPr>
        <p:spPr>
          <a:xfrm>
            <a:off x="5196397" y="7353865"/>
            <a:ext cx="487488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(Photo/Mic)</a:t>
            </a: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99EA98D7-BB46-BCE0-3B05-77C67B12BA1C}"/>
              </a:ext>
            </a:extLst>
          </p:cNvPr>
          <p:cNvSpPr txBox="1"/>
          <p:nvPr/>
        </p:nvSpPr>
        <p:spPr>
          <a:xfrm>
            <a:off x="2035063" y="8869551"/>
            <a:ext cx="487488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(Photo/Mic)</a:t>
            </a:r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CDF744A9-3F75-8D6E-CC6C-4257946F7C8A}"/>
              </a:ext>
            </a:extLst>
          </p:cNvPr>
          <p:cNvSpPr txBox="1"/>
          <p:nvPr/>
        </p:nvSpPr>
        <p:spPr>
          <a:xfrm>
            <a:off x="2503394" y="8869551"/>
            <a:ext cx="40936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(Note)</a:t>
            </a:r>
          </a:p>
        </p:txBody>
      </p:sp>
    </p:spTree>
    <p:extLst>
      <p:ext uri="{BB962C8B-B14F-4D97-AF65-F5344CB8AC3E}">
        <p14:creationId xmlns:p14="http://schemas.microsoft.com/office/powerpoint/2010/main" val="231920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</TotalTime>
  <Words>185</Words>
  <Application>Microsoft Office PowerPoint</Application>
  <PresentationFormat>A4 210 x 297 mm</PresentationFormat>
  <Paragraphs>121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Meiryo UI</vt:lpstr>
      <vt:lpstr>游ゴシック</vt:lpstr>
      <vt:lpstr>Aptos</vt:lpstr>
      <vt:lpstr>Aptos Display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ADRC_Kodama</dc:creator>
  <cp:lastModifiedBy>ADRC_Kodama</cp:lastModifiedBy>
  <cp:revision>17</cp:revision>
  <dcterms:created xsi:type="dcterms:W3CDTF">2025-12-12T06:11:27Z</dcterms:created>
  <dcterms:modified xsi:type="dcterms:W3CDTF">2026-10-08T08:07:39Z</dcterms:modified>
</cp:coreProperties>
</file>