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image" Target="../media/image-21-3.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26-1.png"/><Relationship Id="rId2" Type="http://schemas.openxmlformats.org/officeDocument/2006/relationships/image" Target="../media/image-26-2.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27-1.png"/><Relationship Id="rId12" Type="http://schemas.openxmlformats.org/officeDocument/2006/relationships/slideLayout" Target="../slideLayouts/slideLayout1.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3" Type="http://schemas.openxmlformats.org/officeDocument/2006/relationships/hyperlink" Target="https://reliefweb.int/map/nepal/nepal-china-eu-response-ice-rock-avalanche-and-flash-flood-event-dg-echo-daily-map-02092026" TargetMode="External"/><Relationship Id="rId4" Type="http://schemas.openxmlformats.org/officeDocument/2006/relationships/hyperlink" Target="https://reliefweb.int/report/nepal/rapid-disaster-impact-report-satellite-remote-sensing-reveals-severe-mudslide-impacts-along-china-nepal-border" TargetMode="External"/><Relationship Id="rId5" Type="http://schemas.openxmlformats.org/officeDocument/2006/relationships/hyperlink" Target="https://reliefweb.int/report/nepal/nepal-floods-hit-vulnerable-communities-undp-estimates-22-million-tonnes-debris" TargetMode="External"/><Relationship Id="rId6" Type="http://schemas.openxmlformats.org/officeDocument/2006/relationships/hyperlink" Target="https://reliefweb.int/report/nepal/nepal-flash-floods-medical-teams-deploy-emergency-zone" TargetMode="External"/><Relationship Id="rId7" Type="http://schemas.openxmlformats.org/officeDocument/2006/relationships/hyperlink" Target="https://reliefweb.int/report/nepal/nepal-rasuwa-flood-flash-update-5-1-september-2026" TargetMode="External"/><Relationship Id="rId8" Type="http://schemas.openxmlformats.org/officeDocument/2006/relationships/hyperlink" Target="https://reliefweb.int/report/nepal/unicef-nepal-humanitarian-situation-report-no1-rasuwa-flood-31-august-2026" TargetMode="External"/><Relationship Id="rId9" Type="http://schemas.openxmlformats.org/officeDocument/2006/relationships/hyperlink" Target="https://reliefweb.int/report/nepal/nepal-flood-2026-dref-operation-mdrnp022" TargetMode="External"/><Relationship Id="rId10" Type="http://schemas.openxmlformats.org/officeDocument/2006/relationships/hyperlink" Target="https://reliefweb.int/report/nepal/dispatch-japan-disaster-relief-jdr-expert-team-response-flash-flood-nepal" TargetMode="External"/><Relationship Id="rId11" Type="http://schemas.openxmlformats.org/officeDocument/2006/relationships/hyperlink" Target="https://reliefweb.int/map/nepal/nepal-flash-floods-26th-august-2026-flood-extent-affected-districts-dhading-nuwakot-and-rasuwa-03092026" TargetMode="External"/><Relationship Id="rId12" Type="http://schemas.openxmlformats.org/officeDocument/2006/relationships/hyperlink" Target="https://reliefweb.int/map/nepal/nepal-flash-floods-26th-august-2026-reference-map-nuwakot-district-03092026" TargetMode="External"/><Relationship Id="rId1" Type="http://schemas.openxmlformats.org/officeDocument/2006/relationships/image" Target="../media/image-29-1.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reliefweb.int/map/nepal/nepal-flash-floods-26th-august-2026-reference-map-rasuwa-district-03092026" TargetMode="External"/><Relationship Id="rId3" Type="http://schemas.openxmlformats.org/officeDocument/2006/relationships/hyperlink" Target="https://reliefweb.int/report/nepal/iom-nepal-flood-response-situation-report-3-3-september-2026" TargetMode="External"/><Relationship Id="rId4" Type="http://schemas.openxmlformats.org/officeDocument/2006/relationships/hyperlink" Target="https://reliefweb.int/report/nepal/wfp-nepal-situation-report-rasuwa-flood-response-04-september-2026" TargetMode="External"/><Relationship Id="rId5" Type="http://schemas.openxmlformats.org/officeDocument/2006/relationships/hyperlink" Target="https://reliefweb.int/report/nepal/nepal-rasuwa-flood-flash-appeal-4-september-2026" TargetMode="External"/><Relationship Id="rId6" Type="http://schemas.openxmlformats.org/officeDocument/2006/relationships/hyperlink" Target="https://reliefweb.int/report/nepal/nepal-flash-floods-displacement-snapshot-27-31-august-2026" TargetMode="External"/><Relationship Id="rId7" Type="http://schemas.openxmlformats.org/officeDocument/2006/relationships/hyperlink" Target="https://reliefweb.int/map/nepal/nepal-rasuwa-floods-26th-august-2026-reference-map-series-affected-area-sheet-01-04092026" TargetMode="External"/><Relationship Id="rId8" Type="http://schemas.openxmlformats.org/officeDocument/2006/relationships/hyperlink" Target="https://reliefweb.int/map/nepal/nepal-rasuwa-floods-26th-august-2026-reference-map-bidur-municipality-04092026" TargetMode="External"/><Relationship Id="rId9" Type="http://schemas.openxmlformats.org/officeDocument/2006/relationships/hyperlink" Target="https://reliefweb.int/report/nepal/nepal-rasuwa-flood-situation-report-no-6" TargetMode="External"/><Relationship Id="rId10" Type="http://schemas.openxmlformats.org/officeDocument/2006/relationships/hyperlink" Target="https://reliefweb.int/report/nepal/nepal-rasuwa-flood-situation-report-no-6-5-september-2026" TargetMode="External"/><Relationship Id="rId1" Type="http://schemas.openxmlformats.org/officeDocument/2006/relationships/image" Target="../media/image-30-1.png"/><Relationship Id="rId11" Type="http://schemas.openxmlformats.org/officeDocument/2006/relationships/slideLayout" Target="../slideLayouts/slideLayout1.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Ume6V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Ume6Vc/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Ume6Vc/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Ume6Vc/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September 2026 (Nepal Standard Time, UTC+5:45)) (1/5)</a:t>
            </a:r>
            <a:endParaRPr lang="en-US" sz="14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September 2026 (Nepal Standard Time, UTC+5:45)) (2/5)</a:t>
            </a:r>
            <a:endParaRPr lang="en-US" sz="14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September 2026 (Nepal Standard Time, UTC+5:45)) (3/5)</a:t>
            </a:r>
            <a:endParaRPr lang="en-US" sz="14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September 2026 (Nepal Standard Time, UTC+5:45)) (4/5)</a:t>
            </a:r>
            <a:endParaRPr lang="en-US" sz="14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- 5 September 2026 (Nepal Standard Time, UTC+5:45)) (5/5)</a:t>
            </a:r>
            <a:endParaRPr lang="en-US" sz="14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OCHA Rasuwa Flood Situation Report No. 6, 5 Sep 2026 (attributing to NDRRMA, 3 Sep 19:00). Last NDRRMA PDF: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OCHA Rasuwa Flood Situation Report No. 6, 5 Sep 2026 (attributing to NDRRMA, 3 Sep 19:00). Last NDRRMA PDF: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Five known sites in Nuwakot District are together sheltering more than 1,000 displaced people against a combined capacity of 1,350 (28 Aug); the whereabouts of people displaced from other districts were not yet known at that point. By 1 September, OCHA's Rasuwa Flood Flash Update #5 reported 3,458 displaced people living in 27 displacement sites in Nuwakot and Rasuwa, mostly in schools, though key gaps remain in who is displaced, where, and their needs. Relief is not reaching all affected areas: parts of Tarkeshwar (Nuwakot) had received no assistance, all wards of Aamachhodingmo (Rasuwa) remained inaccessible by road, and four rural municipalities in Dhading lacked safe drinking water. Access is constrained by 41 destroyed bridges and blocked highways. NDRRMA's Situation Report #11 (1 Sep 18:00) separately counts 27 holding centres (Nuwakot 16, Rasuwa 11) currently housing 2,466 people in Nuwakot, 398 in Rasuwa, 260 in Dhading and 329 in Kathmandu; the two counts (OCHA's 'displacement sites' and NDRRMA's 'holding centres') have not been reconciled. By 5 September, OCHA's Rasuwa Flood Situation Report No. 6 puts displacement at 3,844 people across 34 sites in Nuwakot, Rasuwa, Dhading and Kathmandu - up from the 1 Sep count of 3,458 across 27 sites in only two of those districts. Separately, IOM's Displacement Tracking Matrix estimates 4,288 households were affected by the floods, of which 2,886 households were displaced; IOM's earlier Situation Report #3 (3 Sep) had given a narrower, Nuwakot-only figure of 1,897 households displaced. None of these household- and person-based counts (OCHA sites, NDRRMA holding centres, IOM DTM) have been reconciled with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OCHA Rasuwa Flood Flash Update #5, as of 1 Sep; NDRRMA Situation Report #11, 1 Sep 18:00 NPT; OCHA Rasuwa Flood Situation Report No. 6, as of 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in response to a request from the Government of Nepal.</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me6V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Ume6V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Ume6V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30</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2026-09-06T00:27:35Z</dcterms:created>
  <dcterms:modified xsi:type="dcterms:W3CDTF">2026-09-06T00:27:35Z</dcterms:modified>
</cp:coreProperties>
</file>