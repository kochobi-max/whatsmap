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40-1.png"/><Relationship Id="rId2" Type="http://schemas.openxmlformats.org/officeDocument/2006/relationships/image" Target="../media/image-40-2.png"/><Relationship Id="rId4" Type="http://schemas.openxmlformats.org/officeDocument/2006/relationships/image" Target="../media/image-40-3.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41-1.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42-1.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44-1.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45-1.png"/><Relationship Id="rId2" Type="http://schemas.openxmlformats.org/officeDocument/2006/relationships/image" Target="../media/image-45-2.jp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46-1.png"/><Relationship Id="rId12" Type="http://schemas.openxmlformats.org/officeDocument/2006/relationships/slideLayout" Target="../slideLayouts/slideLayout1.xml"/><Relationship Id="rId1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47-1.png"/><Relationship Id="rId14" Type="http://schemas.openxmlformats.org/officeDocument/2006/relationships/slideLayout" Target="../slideLayouts/slideLayout1.xml"/><Relationship Id="rId1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48-1.png"/><Relationship Id="rId14" Type="http://schemas.openxmlformats.org/officeDocument/2006/relationships/slideLayout" Target="../slideLayouts/slideLayout1.xml"/><Relationship Id="rId1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4" Type="http://schemas.openxmlformats.org/officeDocument/2006/relationships/hyperlink" Target="https://reliefweb.int/map/nepal/nepal-flash-floods-26th-august-2026-affected-municipalities-settlements-06092026" TargetMode="External"/><Relationship Id="rId1" Type="http://schemas.openxmlformats.org/officeDocument/2006/relationships/image" Target="../media/image-49-1.png"/><Relationship Id="rId15" Type="http://schemas.openxmlformats.org/officeDocument/2006/relationships/slideLayout" Target="../slideLayouts/slideLayout1.xml"/><Relationship Id="rId1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population-06092026" TargetMode="External"/><Relationship Id="rId3" Type="http://schemas.openxmlformats.org/officeDocument/2006/relationships/hyperlink" Target="https://reliefweb.int/report/nepal/marking-international-day-charity-stories-giving-through-qatar-charity-go-beyond-humanitarian-assistance" TargetMode="External"/><Relationship Id="rId4" Type="http://schemas.openxmlformats.org/officeDocument/2006/relationships/hyperlink" Target="https://reliefweb.int/report/nepal/nepal-preliminary-findings-baseline-site-profile-assessment-31-august-06-september-2026" TargetMode="External"/><Relationship Id="rId5" Type="http://schemas.openxmlformats.org/officeDocument/2006/relationships/hyperlink" Target="https://reliefweb.int/report/nepal/nepal-floods-ifrc-delivers-safe-water-and-health-care-affected-communities" TargetMode="External"/><Relationship Id="rId6" Type="http://schemas.openxmlformats.org/officeDocument/2006/relationships/hyperlink" Target="https://reliefweb.int/map/nepal/nepal-ltc-logistics-concept-operations-september-6-2026" TargetMode="External"/><Relationship Id="rId7" Type="http://schemas.openxmlformats.org/officeDocument/2006/relationships/hyperlink" Target="https://ndrrma.gov.np/mediafiles/rasuwa/Situation_update_English_2026.9.08_6_PM.pdf" TargetMode="External"/><Relationship Id="rId8" Type="http://schemas.openxmlformats.org/officeDocument/2006/relationships/hyperlink" Target="https://ndrrma.gov.np/mediafiles/rasuwa/SitRep_18_NEP_08092026.pdf" TargetMode="External"/><Relationship Id="rId9" Type="http://schemas.openxmlformats.org/officeDocument/2006/relationships/hyperlink" Target="https://reliefweb.int/report/nepal/nepal-landslides-flash-floods-situation-report-4-september-8-2026" TargetMode="External"/><Relationship Id="rId10" Type="http://schemas.openxmlformats.org/officeDocument/2006/relationships/hyperlink" Target="https://reliefweb.int/map/nepal/nepal-rasuwa-floods-26th-august-2026-dtm-baseline-site-profile-assessment-31-august-05-september-2026-rasuwa-district" TargetMode="External"/><Relationship Id="rId11"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 Type="http://schemas.openxmlformats.org/officeDocument/2006/relationships/image" Target="../media/image-51-1.png"/><Relationship Id="rId11" Type="http://schemas.openxmlformats.org/officeDocument/2006/relationships/slideLayout" Target="../slideLayouts/slideLayout1.xml"/><Relationship Id="rId1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reliefweb.int/report/nepal/nepal-over-500-children-separated-parents-and-hundreds-still-missing-after-floods" TargetMode="External"/><Relationship Id="rId3" Type="http://schemas.openxmlformats.org/officeDocument/2006/relationships/hyperlink" Target="https://reliefweb.int/map/nepal/nepal-flash-floods-26th-august-2026-affected-municipalities-09092026" TargetMode="External"/><Relationship Id="rId4" Type="http://schemas.openxmlformats.org/officeDocument/2006/relationships/hyperlink" Target="https://ndrrma.gov.np/mediafiles/rasuwa/SitRep_ENG_09_09092026.pdf" TargetMode="External"/><Relationship Id="rId5" Type="http://schemas.openxmlformats.org/officeDocument/2006/relationships/hyperlink" Target="https://reliefweb.int/map/nepal/nepal-rasuwa-floods-26th-august-2026-affected-settlements-09092026" TargetMode="External"/><Relationship Id="rId6" Type="http://schemas.openxmlformats.org/officeDocument/2006/relationships/hyperlink" Target="https://reliefweb.int/map/nepal/nepal-rasuwa-floods-26th-august-2026-affected-wards-nuwakot-district-08092026" TargetMode="External"/><Relationship Id="rId7" Type="http://schemas.openxmlformats.org/officeDocument/2006/relationships/hyperlink" Target="https://reliefweb.int/map/nepal/nepal-rasuwa-floods-26th-august-2026-affected-wards-rasuwa-district-08092026" TargetMode="External"/><Relationship Id="rId8" Type="http://schemas.openxmlformats.org/officeDocument/2006/relationships/hyperlink" Target="https://reliefweb.int/report/nepal/medicines-arrive-nepal-health-providers-work-reach-last-mile" TargetMode="External"/><Relationship Id="rId9" Type="http://schemas.openxmlformats.org/officeDocument/2006/relationships/hyperlink" Target="https://reliefweb.int/report/nepal/nepal-asia-pacific-flash-flood-emergency-appeal-mdrnp022" TargetMode="External"/><Relationship Id="rId10" Type="http://schemas.openxmlformats.org/officeDocument/2006/relationships/hyperlink" Target="https://reliefweb.int/report/nepal/nepal-flash-floods-ltc-situation-report-telecoms-area-2-reporting-period-05-11-september-2026" TargetMode="External"/><Relationship Id="rId1" Type="http://schemas.openxmlformats.org/officeDocument/2006/relationships/image" Target="../media/image-52-1.png"/><Relationship Id="rId11" Type="http://schemas.openxmlformats.org/officeDocument/2006/relationships/slideLayout" Target="../slideLayouts/slideLayout1.xml"/><Relationship Id="rId1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ndrrma.gov.np/mediafiles/rasuwa/SitRep_22_NEP_12092026.pdf" TargetMode="External"/><Relationship Id="rId3" Type="http://schemas.openxmlformats.org/officeDocument/2006/relationships/hyperlink" Target="https://reliefweb.int/report/nepal/nepal-floods-damage-1800-hectares-crops-and-kill-thousands-livestock" TargetMode="External"/><Relationship Id="rId4" Type="http://schemas.openxmlformats.org/officeDocument/2006/relationships/hyperlink" Target="https://reliefweb.int/report/nepal/nepal-food-security-outlook-update-stressed-ipc-phase-2-likely-rasuwa-district-following-historic-flooding-august-2026-january-2027" TargetMode="External"/><Relationship Id="rId5" Type="http://schemas.openxmlformats.org/officeDocument/2006/relationships/hyperlink" Target="https://reliefweb.int/report/nepal/flight-lands-kathmandu-carrying-vital-humanitarian-supplies-children-and-families-affected-nepal-floods-0" TargetMode="External"/><Relationship Id="rId6" Type="http://schemas.openxmlformats.org/officeDocument/2006/relationships/hyperlink" Target="https://reliefweb.int/report/nepal/unicef-nepal-humanitarian-situation-report-no-3-8-september-2026" TargetMode="External"/><Relationship Id="rId7" Type="http://schemas.openxmlformats.org/officeDocument/2006/relationships/hyperlink" Target="https://reliefweb.int/report/nepal/wfp-nepal-situation-report-rasuwa-flood-response-10-september-2026" TargetMode="External"/><Relationship Id="rId8" Type="http://schemas.openxmlformats.org/officeDocument/2006/relationships/hyperlink" Target="https://reliefweb.int/report/nepal/world-vision-international-nepal-rasuwa-nuwakot-flash-flood-emergency-response-situation-update-5-10-september-2026" TargetMode="External"/><Relationship Id="rId9" Type="http://schemas.openxmlformats.org/officeDocument/2006/relationships/hyperlink" Target="https://ndrrma.gov.np/mediafiles/rasuwa/SitRep_23_NEP_13092026.pdf" TargetMode="External"/><Relationship Id="rId10" Type="http://schemas.openxmlformats.org/officeDocument/2006/relationships/hyperlink" Target="https://reliefweb.int/report/nepal/wfp-scales-response-nepal-remote-communities-remain-isolated" TargetMode="External"/><Relationship Id="rId1" Type="http://schemas.openxmlformats.org/officeDocument/2006/relationships/image" Target="../media/image-53-1.png"/><Relationship Id="rId11" Type="http://schemas.openxmlformats.org/officeDocument/2006/relationships/slideLayout" Target="../slideLayouts/slideLayout1.xml"/><Relationship Id="rId1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reliefweb.int/report/nepal/le-pam-intensifie-sa-reponse-au-nepal-alors-que-les-communautes-isolees-restent-coupees-du-reste-du-pays" TargetMode="External"/><Relationship Id="rId3" Type="http://schemas.openxmlformats.org/officeDocument/2006/relationships/hyperlink" Target="https://reliefweb.int/report/nepal/el-programa-mundial-de-alimentos-intensifica-su-respuesta-en-nepal-donde-las-comunidades-remotas-siguen-aisladas" TargetMode="External"/><Relationship Id="rId4" Type="http://schemas.openxmlformats.org/officeDocument/2006/relationships/hyperlink" Target="https://reliefweb.int/report/nepal/nepal-anticipatory-action-framework-floods-2026" TargetMode="External"/><Relationship Id="rId1" Type="http://schemas.openxmlformats.org/officeDocument/2006/relationships/image" Target="../media/image-54-1.png"/><Relationship Id="rId5" Type="http://schemas.openxmlformats.org/officeDocument/2006/relationships/slideLayout" Target="../slideLayouts/slideLayout1.xml"/><Relationship Id="rId6"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Sn5Ovy/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Sn5Ovy/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Sn5Ovy/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Sn5Ovy/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(1/13)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54</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(2/13)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(3/13)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(4/13)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(5/13)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EU Humanitarian Aid-supported flight carrying 84 metric tonnes of relief supplies (AWD kits and diagnostic equipment, water tanks, hygiene kits, water treatment supplies, tents, winter clothing kits and learning materials) departed UNICEF's Copenhagen supply hub and landed in Kathmandu. Dozens of trucks subsequently moved the supplies to Rasuwa, Nuwakot and Dhading districts.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(reported 11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(6/13)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made its first humanitarian cargo-drone (UAS) food-assistance delivery to Briddim, Rasuwa - a first for any Nepal emergency operation - complementing helicopter operations to communities cut off by the floods. WFP's own situation report of 10 September dates this to 6 September, while the UN Resident Coordinator's Office Flash Report No. 7 (covering 4-7 September) dates the same first drone flight to 5 September; both figures are kept as reported rather than reconciled to one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(Rasuwa Flood Response SitRep, 10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update as of 11:00, reported by The Rising Nepal (RSS) on 6 September: 1,341 bodies recovered and 4,996 people on the missing list, including 589 foreigners and around 100 security personnel and employees. By district the recovered bodies are Rasuwa 163, Nuwakot 195, Dhading 67, Chitwan 362, Gorkha 74, Tanahu 38, Nawalparasi East 222 and Nawalparasi West 220. 98 bodies have been identified and handed over to families. 13,104 people have been rescued and 6,075 injured have been treated. 3,652 affected people are accommodated at 39 relief camps in Rasuwa, Nuwakot, Dhading and Kathmandu. 21,465 security personnel are mobilised (Nepal Police 7,975, Nepali Army 9,287, Armed Police Force 4,203). Relief has moved from Kathmandu in 83 truckloads, 38 jeeps and 9 helicopter flights, with the Armed Police Force dispatching aid to Rasuwa and Nuwakot in 173 flights.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(7/13)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preliminary Rapid Damage and Needs Assessment (RDNA), reported by the Ministry of Foreign Affairs on 5 September and carried by The Rising Nepal on 6 September, indicates about 32,933 people affected and about 7,570 houses damaged or affected. 55 km of roads, 37 motorable bridges and 68 suspension bridges were destroyed; the Department of Roads separately put damage to roads and motorable bridges alone at NPR 20 billion. About 1,806 hectares of agricultural land, 13 hydropower projects, one solar plant and two transmission lines were damaged, with 783 MW of hydropower capacity affected. The full RDNA report is not yet published; NDRRMA says an expert team is finalising it. A comprehensive Post Disaster Needs Assessment (PDNA) is being undertaken in parallel. A 15-member Disaster Assistance and Response Team (DART) from Australia arrived on Friday and an 11-member Special Malaysian Disaster Assistance and Rescue Team (SMART) arrived on Saturday 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 / 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reported that 14 tonnes of requested medical aid (antibiotics, IV fluids, chronic-disease medication, water-purification supplies and PPE) arrived in Kathmandu over the weekend of 5-6 September, with additional supplies arriving on 6 September for distribution in coordination with the Ministry of Health and Population. Partner organisations (One Heart Worldwide, the Shanti Foundation, Mountain Heart Nepal, Dhulikhel Hospital) reported delivering medicines to Trishuli Hospital (Nuwakot) and Jibjibe Primary Hospital and moving oxygen concentrators to Rasuwa, citing more than 40 bridges washed away and the Rasuwa-Nuwakot road link severed.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 (NGO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Department of Tourism reports 775 people missing since the 26 August flood in a tourist-specific count: 587 foreign nationals from 34 countries and 188 Nepalis (guides, support staff and pilgrims). 307 foreign tourists have been rescued and 7 previously out of contact have been reached.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 (via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Nepali Army estimates that as many as 121 people could be trapped inside tunnels of flood-damaged hydropower projects and says the search inside the tunnels will continue until a breakthrough is achieved.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 (NDRRMA press conference)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reporting from Aamachhodingmo Rural Municipality, Rasuwa (203 on the missing list) describes a rural municipality still completely cut off by road 11 days after the flood, reachable only by helicopter, with residents reporting food and salt supplies exhausted.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Pakistan hands over 100 tonnes of relief assistance to Nepal to support people affected by the floods and landslides.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(8/13)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(arrived 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the Republic of Korea announced (9 September) that it had dispatched emergency relief supplies worth KRW 130 million - 36,000 emergency thermal blankets and 2,320 medium-thermal blankets - which arrived in Nepal by commercial flight on 5 September, in addition to the USD 1 million in humanitarian assistance announced on 27 August and the KDRT deployment on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flash update as of 18:00: 1,358 human casualties (bodies recovered) by district - Rasuwa 170, Nuwakot 197, Dhading 70, Gorkha 75, Tanahu 38, Chitwan 363, Nawalparasi East 223, Nawalparasi West 222; 102 bodies handed over to families for burial. Missing persons around 5,326, with the 102 handovers already deducted from the total: missing from Rasuwa 2,860 (district citizens 1,393, citizens of other districts 1,286, Nepal Army 45, Nepal Police 25, Armed Police Force 12, government employees 73, bank/financial-institution employees 26), missing from Nuwakot around 1,981 Nepali citizens (source: District Administration Office, Nuwakot), and around 587 foreign tourists. 7,037 people receiving or having received injury treatment (329 at 10 hospitals, of whom 252 discharged, 43 under treatment and 30 referred elsewhere, plus 4 deaths during treatment; 3,421 treated by the Nepali Army and 3,287 by the Armed Police Force). 13,583 rescued to date, including 1,157 Nepali Army helicopter flights to 7 Sep plus 112 by the Nepali Army and private helicopters that day, 129 private-sector flights from Kathmandu and 210 Armed Police Force flights. 21,146 security personnel mobilised (Nepal Police 7,912, Nepali Army 9,031, Armed Police Force 4,203). 3,628 people sheltering at 37 holding centres (Rasuwa 733, Nuwakot 2,699, Dhading 196). Fuel stock in the affected area: 45,000 L diesel, 16,000 L petrol, 16,000 L aviation fuel, 457 LP gas cylinders. This is the first NDRRMA PDF situation update found since the 1 Sep 18:00 SitRep #11; NDRRMA's own PDF series had continued daily throughout, but the correct API listing (/api/v1/publication/rasuwa-sitrep/) had not been re-checked since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(Rasuwa Flood: Search, 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- 13 September 2026 (Nepal Standard Time, UTC+5:45)) (9/13)</a:t>
            </a:r>
            <a:endParaRPr lang="en-US" sz="14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(Bhadau 23, 19:00 NPT), the first formal numbered NDRRMA PDF situation report found since #11 (1 Sep 18:00; report numbers #12-#17 were published daily on ndrrma.gov.np but had not previously been retrieved). Casualty and rescue figures corroborate the same day's 18:00 flash update (1,358 deaths, about 5,326 missing, 7,037 receiving treatment, 13,583 rescued, 21,146 security personnel), with one internal inconsistency: this report counts 34 holding centres and 3,328 people sheltering (Rasuwa 9 centres/634 people, Nuwakot 25 centres/2,694 people; Dhading not itemised here), against 37 centres/3,628 people including 196 in Dhading in the same day's 18:00 flash update - not reconciled. Search and rescue continues at six hydropower projects along the Bhote Koshi-Trishuli corridor: at Rasuwagadhi (120 MW) a Composite Quick Response Team reached the powerhouse, transformer room and control point (nothing found); at Langtang (20 MW) crews are clearing an estimated 10 m of soil and boulders blocking an escape route; at Chilime (22 MW) roads to the tunnel have been cleared of boulders with excavators and a winch; at Upper Trishuli-1 (216 MW) and Mailung Khola (5 MW) joint Nepali Army-Korea Disaster Relief Team drone searches of about 1 km around the tunnels found nothing; at Trishuli 3A (60 MW) a joint Nepali Army/Armed Police Force/Nepal Police/project team search of the tunnel and powerhouse found nothing, and four excavators have been brought to Trishuli 3B (37 MW) as needed. Bridge works: 15 of 19 bays of an Acrow bridge across the Tadi river on the Galchhi-Trishuli road, near Devighat, are installed, with the remaining four bays' hinges, roller positions, jacking and bolting underway; Nepali Army engineers have begun a roughly 250 m suspension bridge linking Dhunche (below the Buddha temple) to Trishuli Bazaar. Funding: 45 international NGOs have contributed relief worth about NPR 371.5 million (of which NPR 31.9 million in cash to the Prime Minister's Disaster Relief/Natural Disaster Rescue funds) and 24 national NGOs about NPR 121.1 million (of which NPR 7.3 million to the same funds); under a simplified approval process, 52 organisations' 65 new projects and 2 revisions worth a combined NPR 708.1 million were approved between 15 and 22 Bhadau (31 Aug-7 Sep) for disaster response coordination. 38 emergency medical teams (177 health workers) have treated more than 4,722 patients and provided psychosocial counselling to 4,111 people; DNA sample collection for unidentified remains has begun in Rasuwa. A stretch of the Prithvi Highway at Krishnabhir remains blocked by ongoing toe-cutting; a 250 m alternative track has been opened while widening work continues.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- 13 September 2026 (Nepal Standard Time, UTC+5:45)) (10/13)</a:t>
            </a:r>
            <a:endParaRPr lang="en-US" sz="14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third situation report puts affected population at 84,270 (32,021 children, 1,854 people with disabilities) across 17 municipalities in six districts; 3,630 displaced people in 37 holding centres across three districts (7 Sep). 46 water supply systems, 23 schools and seven health facilities are reported damaged. WASH supplies have reached 48,600 people and water systems serving 17,500 have been restored. Mental health and psychosocial support has reached 1,952 people (782 children) via community outreach and 2,893 (1,382 children/adolescents) via specialist services. 541 unaccompanied and separated children have been reported, of whom 18 have been reunited with families. Education supplies have been dispatched for more than 9,500 children, and emergency information has reached an estimated 1.67 million people via seven radio stations. UNICEF states USD 17.2 million is required to meet the immediate needs of affected children and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 8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(19:00 NPT): 1,369 deaths (up 11), 5,132 missing (down 194 from the 8 Sep cut - the Rasuwa and foreign-tourist breakdowns are unchanged; the decrease is entirely a downward revision of the Nuwakot count, now disaggregated as 651 district residents and 1,136 residents of other districts), 7,474 people receiving or having received injury treatment (333 at 19 hospitals plus 3,535 treated by the Nepali Army and 3,606 by the Armed Police Force), 13,646 rescued to date, 21,185 security personnel mobilised. 3,395 people sheltering at 34 holding centres (Rasuwa 775 at 9 centres, Nuwakot 2,620 at 25 centres). A National Council for Rights of Children rapid assessment identifies 102 parentally-orphaned children across 30 holding centres, with tracing/reunification under way for 439 separated children. One body was recovered about 1,200 m inside Audit 3 Tunnel of the Upper Trishuli-1 Hydropower Project at Hakubeshi; at Trishuli 3B, excavation to 11 m depth uncovered a beam/pillar and bricks, and work continues. One woman in critical obstetric condition and her newborn were air-rescued to Paropakar Maternity and Women's Hospital under a new arrangement for at-risk pregnant women, new mothers and newborns in areas cut off by road. At Trishuli 3B, a joint Nepali Army-Australian SAR Team conducted terrain mapping of the project area alongside the excavation. Relief drone flights to Amachhodingmo Rural Municipality (Rasuwa), disconnected from road transport, had delivered 1,591 kg of food across 31 flights to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Disaster Risk Reduction and Management Executive Committee amended emergency warehouse procedures, allowing NDRRMA-held stocks to be released directly to UN agencies, the Nepal Red Cross Society and community hospitals during disasters, subject to recipients coordinating distribution with district and local disaster committees and reporting to the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 (via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- 13 September 2026 (Nepal Standard Time, UTC+5:45)) (11/13)</a:t>
            </a:r>
            <a:endParaRPr lang="en-US" sz="14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Resident Coordinator for Nepal Lila Pieters Yahia formally launched the Nepal Rasuwa Flood Flash Appeal at a UN Member States briefing in Geneva, seeking USD 49.6 million to assist 84,270 people across six districts through 31 December. She said a USD 2.5 million CERF allocation had funded the initial response but the bulk of the requirement remained unmet, and stressed the appeal covers targeted humanitarian action rather than longer-term recovery or reconstruction.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 (UN Member States briefing, 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reports it has dispatched 114.8 mt of food rations (a 15-day supply) to Dhading, Nuwakot and Rasuwa, including 13.3 mt by helicopter, and is using cargo drones as an additional delivery modality; the Logistics and Telecommunications Cluster has activated free common services for humanitarian partners. WFP states about 14,500 people in Gosaikunda and Amachhodingmo, upper Rasuwa, remain disconnected from road access, electricity and phone signal since the flood, and about 3,500 displaced people continue sheltering in government centres across Nuwakot, Rasuwa, Dhading and Kathmandu.</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 10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deployed two RCMP Disaster Victim Identification (DVI) experts to Kathmandu to work under Interpol DVI standards, joining Canadian officials already on the ground; the RCMP, via Interpol Ottawa, is coordinating DNA sample collection from families of missing Canadians. Canada states it is aware of 29 Canadians and permanent residents in Nepal and the Tibet Autonomous Region whose whereabouts remain unconfirmed, and has committed CAD 5 million in humanitarian funding plus more than 18,000 emergency relief items from its stockpiles, managed by the Canadian Red Cross.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reported that, working with the Nepal Red Cross Society, it has supplied 700 body bags pre-positioned before the floods plus a further 3,500-plus that arrived subsequently, and has deployed Restoring Family Links, forensics and management specialists from its Delhi regional delegation to support family tracing and the dignified management of the dead, including joint site visits to Nuwakot and forensic support to hospitals in Kathmandu and Pokhara. Authorities cited in the same report put the toll at more than 1,000 bodies recovered, more than 5,000 still missing and about 12,000 rescued - rounder and, in the case of the rescued total, lower than the same-day NDRRMA figures, reflecting the lag typical of secondary compilations rather than a correction.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- 13 September 2026 (Nepal Standard Time, UTC+5:45)) (12/13)</a:t>
            </a:r>
            <a:endParaRPr lang="en-US" sz="14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Logistics &amp; Telecommunications Cluster (LTC) Telecoms Area issued Situation Report #2 (reporting period 5-11 Sep): a Telecoms Coordinator arrived in Kathmandu on 5 September for an initial two-week mission to help identify and prioritise telecommunications requirements at common humanitarian operational locations; the Government has requested sustainable backup-power solutions for telecommunications towers at inaccessible sites where disrupted fuel supply has made generator-dependent operations unsustainable; a two-month Telecoms response plan is being developed. No new casualty or damage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 / Logistics Cluster / 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#22 (19:00 NPT): 1,386 deaths (up 17 from #19) - Chitwan 364, Nawalparasi East 229, Nawalparasi West 222, Nuwakot 199, Rasuwa 185, Gorkha 77, Dhading 70, Tanahu 38, Kathmandu 2; 5,130 missing (down 2, essentially unchanged); 13,728 rescued to date (up 82); 1,482 total helicopter flights. 339 people treated at 19 health facilities (269 discharged, 34 under treatment, 32 referred, 4 deaths during treatment); separately, 8,615 people are reported treated through various security agencies and 3,732 by the Nepali Army's own medical teams, neither reconciled with the hospital figure or each other. 104 recovered bodies have been identified to date; 1,779 DNA reference samples collected from relatives of the missing. NDRRMA's RDNA team released a preliminary Rapid Damage and Needs Assessment: total physical damage/loss of NPR 408.29 billion (USD 2,695.33 million) and reconstruction/recovery needs of NPR 723.32 billion (USD 4,774.99 million), with infrastructure (especially energy) the hardest-hit sector on both measures. Search and rescue continues at six hydropower sites along the Bhote Koshi-Trishuli corridor (Rasuwagadhi, Langtang, Chilime, Upper Trishuli-1, Mailung Khola, Trishuli 3A/3B); a body was recovered inside the Rasuwagadhi Hydropower tunnel, with nothing further found at the other sites.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- 13 September 2026 (Nepal Standard Time, UTC+5:45)) (13/13)</a:t>
            </a:r>
            <a:endParaRPr lang="en-US" sz="14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#23 (19:00 NPT): 1,388 deaths (up 2 from #22) - Chitwan 364, Nawalparasi East 230, Nawalparasi West 222, Nuwakot 199, Rasuwa 185, Gorkha 77, Dhading 71, Tanahu 38, plus 2 who died during treatment in Kathmandu; by category, 334 female, 542 male and 512 partial remains. 5,130 missing, unchanged. 13,728 rescued to date, unchanged; 1,516 Nepali Army helicopter flights to date (34 that day) and 320 Armed Police Force flights. 339 people treated at 19 health facilities (271 discharged, up 2; 32 referred and 4 deaths during treatment unchanged); separately, 9,314 people are reported treated through various security agencies (up from 8,615), not reconciled with the hospital figure. 104 bodies remain identified to date; DNA reference sample collection now itemised as 1,286 from the deceased and 1,846 from relatives of the missing. No further recoveries were reported at the six hydropower search sites this update; excavation at Trishuli 3B reached about 651 m depth without locating the powerhouse structure. NDRRMA states the Government has completed its preliminary damage/loss assessment and that the detailed Post-Disaster Needs Assessment (PDNA) process is under way. 2,532 people are sheltering at 33 holding centres (Nuwakot 1,613, Rasuwa 825, Dhading 94), down from 3,395 at 34 centres in SitRep #19. The Cabinet decided on 25 Bhadau (10 Sep) to provide immediate cash relief - NPR 15,000 per month per household of up to four members, plus NPR 2,000 per month per additional member, for up to six months or until alternative housing is arranged - to families in 15 local levels across Rasuwa, Nuwakot, Dhading, Tanahu and Gorkha districts whose homes were completely destroyed. Additional budget was released for SAR equipment procurement: NPR 100 million to the Nepali Army and NPR 60 million each to Nepal Police and the Armed Police Force. For the first time in Nepal since a flood, the Centre for Hydrology and Water Resources Research (CHWRR) has installed a CCTV camera about 70 m above the river at Timure for continuous monitoring, linked to CHWRR's 24-hour flood forecasting service.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#23, 13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PDF series resumed being found from 8 Sep (SitRep #18, 19:00, corroborated by the same-day 18:00 flash update): 1,358 deaths - Rasuwa 170, Nuwakot 197, Dhading 70, Gorkha 75, Tanahu 38, Chitwan 363, Nawalparasi East 223, Nawalparasi West 222 - and 102 bodies handed over. NDRRMA had in fact kept publishing #12-#17 daily; they had simply not been re-checked. SitRep #19: 1,369 (+11). SitRep #22 (12 Sep): 1,386 (+17). SitRep #23 (13 Sep 19:00): 1,388 (+2) - Chitwan 364, Nawalparasi East 230, Nawalparasi West 222, Nuwakot 199, Rasuwa 185, Gorkha 77, Dhading 71, Tanahu 38, plus 2 who died during treatment in Kathmandu. By category of remains: 334 female, 542 male, 512 partial remains (e.g. body parts) - the three figures sum to the 1,388 total.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Nepal Situation Report on the Rasuwa Flood Response, 4 Sep 2026 (citing government figures); also IOM Nepal Flood Response Situation Report #3, 3 Sep 2026; OCHA Rasuwa Flood Situation Report No. 6, 5 Sep 2026 (attributing to NDRRMA, 3 Sep 19:00); NDRRMA Situation Report #23, 13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54</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8 Sep 18:00 flash update and Situation Report #18 (19:00) give about 5,326 missing (the 102 body handovers already deducted): about 2,860 missing from Rasuwa (1,393 district citizens, 1,286 citizens of other districts, 45 Nepal Army, 25 Nepal Police, 12 Armed Police Force, 73 government employees, 26 bank/financial-institution employees), about 1,981 Nepali citizens missing from Nuwakot (source: District Administration Office, Nuwakot) and about 587 foreign tourists. SitRep #19 (9 Sep): 5,132 missing (-194) - a Nuwakot-count reconciliation (651+1,136=1,787, was ~1,981), not new information. SitRep #22 (12 Sep): 5,130 (-2, essentially unchanged). SitRep #23 (13 Sep 19:00): 5,130, unchanged; the underlying breakdown is also unchanged - Rasuwa 1,393 district residents + 1,286 residents of other districts + 45 Nepal Army + 25 Nepal Police + 12 Armed Police Force + 73 government employees + 26 bank/financial-institution employees, Nuwakot 651 district residents + 1,136 residents of other districts, and 587 foreign tourists.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 NDRRMA's 8 Sep 18:00 flash update and Situation Report #18 (19:00) put the number receiving or having received injury treatment at 7,037: 329 at (now) 10 hospitals - 252 discharged, 43 under treatment, 30 referred elsewhere, and 4 deaths recorded during treatment - plus 3,421 treated by the Nepali Army and 3,287 by the Armed Police Force. This is a much broader count than the hospital-only figure tracked since NDRRMA SitRep #11; the two are not the same series. SitRep #19 (9 Sep 19:00) puts the broad figure at 7,474: 333 at 19 hospitals (256 discharged, 42 under treatment, 31 referred, 4 deaths) plus 3,535 treated by the Army and 3,606 by the Armed Police Force. SitRep #22 (12 Sep): 339 at 19 hospitals (269 discharged, 34 treating, 32 referred, 4 deaths); separately 8,615 via security agencies, 3,732 via Army medics,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#19, 9 Sep 19:00 NPT; NDRRMA Situation Report #23, 13 Sep 19:00 NPT (hospital and security-agency figures not reconciled)</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54</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#23 (13 Sep 19:00): still 339 at 19 hospitals, but 271 discharged (+2), 32 referred and 4 deaths during treatment unchanged (about 33 still under treatment, arithmetically); separately, 9,314 people are now reported treated via various security agencies (up from 8,615) - NDRRMA's SitRep #23 gives this single combined security-agency figure rather than the split Army/security-agency figures used in #22, and it is still not reconciled with the hospital total. Headline kept at 7,474 (last reconciled total, #19).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54</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 NDRRMA's 8 Sep 18:00 flash update and Situation Report #18 (19:00) put the cumulative rescued at 13,583, including 1,157 Nepali Army helicopter flights to 7 Sep plus 112 by the Nepali Army/private helicopters that day, 129 private-sector flights from Kathmandu and 210 Armed Police Force flights; security personnel mobilised is put at 21,146 (Nepal Police 7,912, Nepali Army 9,031, Armed Police Force 4,203) - fractionally down from the 21,314 (Nepali Army 9,119) reported on 1 Sep, not explained. SitRep #19 (9 Sep 19:00): cumulative rescued 13,646 (up 63); security personnel mobilised 21,185 (Nepali Army 9,007, Nepal Police 7,975, Armed Police Force 4,203).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#23, 13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54</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#22 (12 Sep): 13,728 rescued (+82); 1,482 total flights; SAR continues at six hydropower sites, one body recovered inside the Rasuwagadhi tunnel. SitRep #23 (13 Sep 19:00): 13,728 rescued, unchanged; 1,516 Nepali Army helicopter flights to date (34 that day) and separately 320 Armed Police Force flights. No further recoveries are reported at the six hydropower sites this update: at Rasuwagadhi a joint Nepali/Australian DART team completed a search and returned with nothing found; at Upper Trishuli-1 (Audit-3 tunnel) a search of about 200 m inside found nothing; at Trishuli 3B excavation reached about 651 m depth (close to the 653 m river-bed level) without locating the powerhouse structure; work continues at Langtang, Chilime and Trishuli 3A. NDRRMA also reports an additional budget released for SAR equipment procurement: NPR 100 million to the Nepali Army and NPR 60 million each to Nepal Police and the Armed Police Force.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preliminary RDNA (Rapid Damage and Needs Assessment), published in SitRep #22 (12 Sep), puts total physical damage/loss at NPR 408.29 billion (USD 2,695.33 million) and reconstruction/recovery needs at NPR 723.32 billion (USD 4,774.99 million). By sector: Infrastructure - damage USD 1,254.58M, recovery need USD 3,126.30M (largest of any sector; energy alone: USD 997.13M damage, USD 2,578.71M recovery). Productive sector - damage USD 992.70M, recovery USD 335.19M. Social sector - damage USD 448.05M, recovery USD 683.59M. Cross-cutting - recovery USD 342.44M. SitRep #23 (13 Sep) states the Government has completed the preliminary damage/loss assessment and that the detailed Post-Disaster Needs Assessment (PDNA) process is now under way, on the basis of which reconstruction and recovery work will proceed once resources are secured; no PDNA figures have been published yet.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#22, 12 Sep 2026 (RDNA preliminary findings); NDRRMA Situation Report #23, 13 Sep 2026 (PDNA process update)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54</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several unreconciled counts run in parallel. Holding-centre counts: 5 Nuwakot sites, &gt;1,000 people (28 Aug); NDRRMA SitRep #11, 27 centres/3,453 people - Nuwakot 2,466, Rasuwa 398, Dhading 260, Kathmandu 329 (1 Sep 18:00). OCHA 'displacement site' counts: 3,458 people/27 sites, Nuwakot and Rasuwa, mostly schools (Flash Update #5, 1 Sep); 3,844 people/34 sites, Nuwakot/Rasuwa/Dhading/Kathmandu (SitRep No.6, 5 Sep). Access gaps as of 1 Sep: parts of Tarkeshwar (Nuwakot) unassisted, all of Aamachhodingmo (Rasuwa) road-inaccessible, four Dhading municipalities without safe water; 41 bridges destroyed. IOM DTM household counts: 4,288 households affected, 2,886 displaced (cumulative); 1,897 households, Nuwakot only (SitRep #3, 3 Sep). NDRRMA's 8 Sep 18:00 flash update counts 3,628 sheltering at 37 holding centres (Rasuwa 733, Nuwakot 2,699, Dhading 196); its 19:00 Situation Report #18 gives 3,328 at 34 centres (Rasuwa 634, Nuwakot 2,694, Dhading not itemised) - the two are not reconciled. IOM's DTM site survey (31 Aug-6 Sep, published 8 Sep) separately counts 1,237 households (3,888 people) at 37 sites in Kathmandu, Dhading, Nuwakot and Rasuwa - a site-level snapshot, not reconciled with the above. NDRRMA Situation Report #19 (9 Sep 19:00) counts 3,395 people at 34 holding centres (Rasuwa 775 at 9 centres, Nuwakot 2,620 at 25 centres; Dhading not itemised here either).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OCHA Rasuwa Flood Flash Update #5, as of 1 Sep; NDRRMA Situation Report #11, 1 Sep 18:00 NPT; OCHA Rasuwa Flood Situation Report No. 6, as of 5 Sep; NDRRMA Situation Report #19, 9 Sep 19:00 NPT; NDRRMA Situation Report #23, 13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a rapid assessment by the National Council for Rights of Children (NCRC) has identified 102 parentally-orphaned children across 30 holding centres, with tracing and reunification under way for a further 439 separated children; 692 children are currently at holding centres with their parents. NDRRMA Situation Report #23 (13 Sep 19:00) counts 2,532 people at 33 holding centres - Nuwakot 1,613, Rasuwa 825, Dhading 94 - down from the 3,395/34-centre count in SitRep #19; NDRRMA gives no per-centre breakdown for this update and the decrease is consistent with people leaving holding centres for other arrangements rather than a data correction. Separately, SitRep #23 reports that the Cabinet decided on 25 Bhadau (10 Sep 2026) to provide immediate cash relief for shelter and livelihood to families in 15 local levels across Rasuwa, Nuwakot, Dhading, Tanahu and Gorkha districts whose houses were completely destroyed and rendered uninhabitable: NPR 15,000 per month for a household of up to four members, plus NPR 2,000 per month per additional member, for up to six months or until alternative housing is arranged; this cash option applies only to households arranging their own temporary housing rather than staying at holding centres, and households that decline it may instead receive government-arranged temporary housing pending permanent reconstruction. NDRRMA states it has already corresponded with the relevant District Administration Offices to implement the decision.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54</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54</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(15/22)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54</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Agriculture and livestock (FAO)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FAO's preliminary assessment finds about 1,800 hectares of crops damaged, mostly paddy, with production losses approaching 7,700 tonnes. Across 11 affected municipalities, more than 350,000 head of cattle, buffalo, sheep and goats and about 1.6 million poultry were present before the flood; FAO estimates 5-10% of the livestock and poultry population in these communities has been completely lost. Fishponds, food stocks and agricultural infrastructure were also affected. FAO is supporting the Government of Nepal's response, including emergency veterinary support, and stresses that restoring production ahead of the next planting season is critical to recovery.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 10 Sep 2026 (Deputy Director-General Beth Bechdol interview)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Food security outlook (FEWS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NET's Food Security Outlook Update (10 Sep) projects Stressed! (IPC Phase 2!) outcomes in the worst flood-affected areas of Rasuwa District through at least January 2027, supported by ongoing food assistance; some households not receiving assistance are likely to face Crisis (IPC Phase 3) outcomes. Prolonged disruption to tourism, trade, transport and hydropower-related income, and continued damage to the main highway and China-border trade infrastructure, are expected to constrain food access in Rasuwa through the outlook period. Across most of Nepal, outcomes are expected to improve toward Minimal (IPC Phase 1) from late September/October as maize and rice harvests arrive, though elevated staple food prices and localised flood/landslide damage will continue to constrain access for some poor households nationally - a separate, pre-existing pattern not specific to this event.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 Nepal Food Security Outlook Update, 10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(18/22)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54</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(19/22)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54</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(20/22)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tourists (Department of Tourism breakdown)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Department of Tourism reports 587 foreign tourists from 34 countries and 188 Nepali citizens (guides and support staff, and Nepalis on pilgrimage) missing since the 26 August flood - 775 people in total. Of the foreign nationals, 256 are men, 329 women and 2 of unspecified gender; the largest national group is India (184), followed by Malaysia (55), Ukraine (54), the United States (67), Latvia (33) and Australia (33), with smaller numbers from 28 other countries. Most of the missing had travelled for the Kailash Mansarovar pilgrimage or the Janai Purnima festival. 307 foreign tourists (254 men, 53 women) have been rescued to date, and 7 people earlier out of contact (2 men, 4 women, 1 other) have since been reached. This is a subset compiled by the Department of Tourism and has not been reconciled with NDRRMA's national missing count (4,996 as of the 6 Sep 11:00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Department of Tourism via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Trapped in hydropower tunnels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Nepali Army estimates that as many as 121 people could remain trapped inside tunnels of hydropower projects damaged by the flood, and states that search and rescue operations inside the tunnels will continue until a breakthrough is achieved or the Government decides otherwise. Announced by Brigadier General Subash Jung Thapa at a press conference held at NDRRMA on 7 September. This estimate has not been reconciled with NDRRMA's national missing count. NDRRMA Situation Report #18 (8 Sep 19:00) reports continuing search at six hydropower sites along the Bhote Koshi-Trishuli corridor (Rasuwagadhi, Langtang, Chilime, Upper Trishuli-1 and Mailung Khola with the Korea Disaster Relief Team, and Trishuli 3A/3B), with nothing found so far at the sites searched; see timeline for detail.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Nepali Army via NDRRMA press conference, reported by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 crisis - Aamachhodingmo Rural Municipality, Rasuwa</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203 people from Aamachhodingmo Rural Municipality (population over 7,000), where the Upper Trishuli-1, Chilime and Langtang hydropower projects are located, remain on the missing list; local authorities estimate the number could rise further. The rural municipality has been completely cut off by road since the flood struck 11 days earlier (roads, suspension bridges and tuin cable crossings all destroyed) and is reachable only by helicopter. Residents report that food, salt and cooking oil have run out; the rural municipality chair warns of a possible famine-like situation if supplies are not delivered soon, and says NGOs have been unable to deliver aid because the area can only be reached by chartered helicopter.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 7 Sep 2026 (field reporting)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54</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(22/22)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54</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54</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 On 8 September, IFRC reported that access remains the main constraint: the journey from Nuwakot to Dhunche (Rasuwa), normally about three hours, can now take nine hours or more over damaged roads. With NRCS, IFRC has installed water tanks and a pump restoring safe drinking water for about 2,000 people in Nuwakot and deployed a mobile primary health care clinic there able to see up to 100 patients a day, while continuing water trucking and assessing longer-term repair of damaged water systems.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 On 9 September, the Government of Korea announced a further dispatch of emergency relief supplies worth KRW 130 million - 36,000 emergency thermal blankets and 2,320 medium-thermal blankets - which had arrived in Nepal by commercial flight on 5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in response to a request from the Government of Nepal.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Pakistan handed over 100 tonnes of relief assistance to Nepal to support people affected by the floods and landslides (7 September).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54</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Canada has deployed officials including an RCMP liaison officer to Kathmandu and, on 10 September, sent two RCMP Disaster Victim Identification (DVI) experts to work under Interpol DVI standards; the RCMP is coordinating DNA sample collection from families of missing Canadians via Interpol Ottawa. Canada is providing CAD 5 million in humanitarian assistance funding and more than 18,000 emergency relief items from its stockpiles, managed by the Canadian Red Cross. Global Affairs Canada states it is aware of 29 Canadians and permanent residents in Nepal and the Tibet Autonomous Region whose whereabouts and well-being have not yet been confirmed.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54</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Sn5Ovy/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Sn5Ovy/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54</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54</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54</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54</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Sources: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Sn5Ovy/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54</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54</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54</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54</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54</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Nepal: Preliminary Findings, Baseline Site Profile Assessment (31 Aug-6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floods: IFRC delivers safe water and health care to affected communities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Cluster/WFP - Nepal LTC Logistics: Concept of Operations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 Flood: Search, Rescue and Relief Update (8 Sep 2026, 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(Nepali, 8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 Nepal Landslides &amp; Flash Floods Situation Report #4 (8 Sep 2026, posted 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 Rasuwa Floods DTM Baseline Site Profile Assessment, Rasuwa/Nuwakot/Dhading Districts (31 Aug-5 Sep 2026, maps)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Nepal Flash Floods: Five Days After the Floods, Secondary Health Risks Rise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54</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(English,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(Nepali,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Nuwakot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Dhading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 Situation Report No. 7 (UN Resident Coordinator's Office, 8 Sep 2026, covering 4-7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Decides to Provide Emergency Relief Supplies in Response to Flood Damage in Nepal (Government of the Republic of Korea,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deploys victim identification experts to support response to severe flooding along the Nepal-China border (Government of Canada,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Operational update on humanitarian response after devastating floods (ICRC,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54</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Over 500 children separated from parents and hundreds still missing after floods (Save the Children,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Flash Floods - Affected Municipalities (09/09/2026)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Search, Rescue and Relief Response Situation Report #09 (English series; = Nepali SitRep #19),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Settlements (09/09/2026)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Nuwakot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Rasuwa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Medicines Arrive in Nepal as Health Providers Work to Reach the Last Mile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Asia-Pacific: Flash Flood Emergency Appeal (MDRNP022)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ETC/Logistics Cluster/WFP - Nepal Flash Floods: LTC Situation Report (Telecoms Area) #2 (5-11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54</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#22 (12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 Nepal floods damage 1,800 hectares of crops and kill thousands of livestock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Nepal Food Security Outlook Update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Flight lands in Kathmandu carrying vital humanitarian supplies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No.3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 Rasuwa-Nuwakot Flash Flood Emergency Response, Situation Update 5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#23 (13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WFP scales up response in Nepal as remote communities remain isolated (originally published 4 Sep 2026, reposted on ReliefWeb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54</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(9/9)</a:t>
            </a:r>
            <a:endParaRPr lang="en-US" sz="2100" dirty="0"/>
          </a:p>
        </p:txBody>
      </p:sp>
      <p:pic>
        <p:nvPicPr>
          <p:cNvPr id="3" name="Image 0" descr="/tmp/build_event-Sn5Ovy/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(French) - Le PAM intensifie sa reponse au Nepal alors que les communautes isolees restent coupees du reste du pays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(Spanish) - El Programa Mundial de Alimentos intensifica su respuesta en Nepal, donde las comunidades remotas siguen aisladas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Nepal Anticipatory Action Framework for Floods (2026) (posted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13/09/2026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2026-09-14T22:50:31Z</dcterms:created>
  <dcterms:modified xsi:type="dcterms:W3CDTF">2026-09-14T22:50:31Z</dcterms:modified>
</cp:coreProperties>
</file>