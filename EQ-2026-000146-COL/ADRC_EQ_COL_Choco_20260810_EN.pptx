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1-1.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2" Type="http://schemas.openxmlformats.org/officeDocument/2006/relationships/image" Target="../media/image-14-2.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7-1.png"/><Relationship Id="rId2" Type="http://schemas.openxmlformats.org/officeDocument/2006/relationships/image" Target="../media/image-17-2.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5-1.png"/><Relationship Id="rId14" Type="http://schemas.openxmlformats.org/officeDocument/2006/relationships/slideLayout" Target="../slideLayouts/slideLayout1.xml"/><Relationship Id="rId1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46-1.png"/><Relationship Id="rId13" Type="http://schemas.openxmlformats.org/officeDocument/2006/relationships/slideLayout" Target="../slideLayouts/slideLayout1.xml"/><Relationship Id="rId1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47-1.png"/><Relationship Id="rId13" Type="http://schemas.openxmlformats.org/officeDocument/2006/relationships/slideLayout" Target="../slideLayouts/slideLayout1.xml"/><Relationship Id="rId1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48-1.png"/><Relationship Id="rId13" Type="http://schemas.openxmlformats.org/officeDocument/2006/relationships/slideLayout" Target="../slideLayouts/slideLayout1.xml"/><Relationship Id="rId1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49-1.png"/><Relationship Id="rId13" Type="http://schemas.openxmlformats.org/officeDocument/2006/relationships/slideLayout" Target="../slideLayouts/slideLayout1.xml"/><Relationship Id="rId1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50-1.png"/><Relationship Id="rId12" Type="http://schemas.openxmlformats.org/officeDocument/2006/relationships/slideLayout" Target="../slideLayouts/slideLayout1.xml"/><Relationship Id="rId1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52-1.png"/><Relationship Id="rId12" Type="http://schemas.openxmlformats.org/officeDocument/2006/relationships/slideLayout" Target="../slideLayouts/slideLayout1.xml"/><Relationship Id="rId1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53-1.png"/><Relationship Id="rId12" Type="http://schemas.openxmlformats.org/officeDocument/2006/relationships/slideLayout" Target="../slideLayouts/slideLayout1.xml"/><Relationship Id="rId1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54-1.png"/><Relationship Id="rId13" Type="http://schemas.openxmlformats.org/officeDocument/2006/relationships/slideLayout" Target="../slideLayouts/slideLayout1.xml"/><Relationship Id="rId1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3" Type="http://schemas.openxmlformats.org/officeDocument/2006/relationships/hyperlink" Target="https://reliefweb.int/report/colombia/amda-emergency-relief-3-earthquake-colombia-7-september-2026" TargetMode="External"/><Relationship Id="rId4" Type="http://schemas.openxmlformats.org/officeDocument/2006/relationships/hyperlink" Target="https://reliefweb.int/report/colombia/resumen-actualizado-de-la-intervencion-psicosocial-de-abbacol-fecha-de-resumen-y-actualizacion-04-septiembre-2026" TargetMode="External"/><Relationship Id="rId5" Type="http://schemas.openxmlformats.org/officeDocument/2006/relationships/hyperlink" Target="https://reliefweb.int/report/colombia/colombia-food-security-outlook-update-august-2026-january-2027-earthquake-impacts-reduce-food-access-affected-areas-el-nino-strengthens" TargetMode="External"/><Relationship Id="rId6" Type="http://schemas.openxmlformats.org/officeDocument/2006/relationships/hyperlink" Target="https://reliefweb.int/map/colombia/quibdo-colombia-barrios-afectados-terremoto-10-de-agosto-2026-03092026" TargetMode="External"/><Relationship Id="rId7" Type="http://schemas.openxmlformats.org/officeDocument/2006/relationships/hyperlink" Target="https://reliefweb.int/report/colombia/iom-colombia-earthquake-situation-report-8-03-september-2026" TargetMode="External"/><Relationship Id="rId8" Type="http://schemas.openxmlformats.org/officeDocument/2006/relationships/hyperlink" Target="https://reliefweb.int/report/colombia/oim-respuesta-al-terremoto-en-colombia-reporte-de-situacion-8-3-septiembre-2026" TargetMode="External"/><Relationship Id="rId9" Type="http://schemas.openxmlformats.org/officeDocument/2006/relationships/hyperlink" Target="https://reliefweb.int/report/colombia/wfp-colombia-earthquake-response-7-september-2026" TargetMode="External"/><Relationship Id="rId10" Type="http://schemas.openxmlformats.org/officeDocument/2006/relationships/hyperlink" Target="https://reliefweb.int/report/colombia/amda-emergency-relief-4-earthquake-colombia-8-september-2026" TargetMode="External"/><Relationship Id="rId11" Type="http://schemas.openxmlformats.org/officeDocument/2006/relationships/hyperlink" Target="https://reliefweb.int/report/colombia/colombia-reporte-plan-de-respuesta-necesidades-humanitarias-hnrp-2026-en-el-sistema-5w-entre-enero-y-julio-de-2026" TargetMode="External"/><Relationship Id="rId1" Type="http://schemas.openxmlformats.org/officeDocument/2006/relationships/image" Target="../media/image-55-1.png"/><Relationship Id="rId12" Type="http://schemas.openxmlformats.org/officeDocument/2006/relationships/slideLayout" Target="../slideLayouts/slideLayout1.xml"/><Relationship Id="rId1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reliefweb.int/report/colombia/analisis-de-situacion-y-respuesta-al-terremoto-4-de-septiembre-2026" TargetMode="External"/><Relationship Id="rId3" Type="http://schemas.openxmlformats.org/officeDocument/2006/relationships/hyperlink" Target="https://reliefweb.int/report/colombia/analisis-de-situacion-y-respuesta-al-terremoto-16-agosto-2026" TargetMode="External"/><Relationship Id="rId4" Type="http://schemas.openxmlformats.org/officeDocument/2006/relationships/hyperlink" Target="https://reliefweb.int/map/colombia/cali-colombia-barrios-afectados-terremoto-10-de-agosto-2026-08092026" TargetMode="External"/><Relationship Id="rId5" Type="http://schemas.openxmlformats.org/officeDocument/2006/relationships/hyperlink" Target="https://reliefweb.int/report/colombia/colombia-flash-update-012-update-impact-earthquake-colombia-september-10-2026" TargetMode="External"/><Relationship Id="rId6" Type="http://schemas.openxmlformats.org/officeDocument/2006/relationships/hyperlink" Target="https://reliefweb.int/report/colombia/seisme-en-colombie-caritas-passe-de-laide-durgence-au-relevement" TargetMode="External"/><Relationship Id="rId7" Type="http://schemas.openxmlformats.org/officeDocument/2006/relationships/hyperlink" Target="https://reliefweb.int/report/colombia/terremoto-en-colombia-caritas-pasa-de-la-respuesta-de-emergencia-la-recuperacion" TargetMode="External"/><Relationship Id="rId8" Type="http://schemas.openxmlformats.org/officeDocument/2006/relationships/hyperlink" Target="https://reliefweb.int/map/colombia/buenaventura-colombia-barrios-afectados-terremoto-10-de-agosto-2026-11092026" TargetMode="External"/><Relationship Id="rId9" Type="http://schemas.openxmlformats.org/officeDocument/2006/relationships/hyperlink" Target="https://reliefweb.int/report/colombia/colombia-situacion-agua-saneamiento-e-higiene-wash-un-mes-del-sismo-de-agosto-de-2026-respuesta-brechas-y-prioridades" TargetMode="External"/><Relationship Id="rId10" Type="http://schemas.openxmlformats.org/officeDocument/2006/relationships/hyperlink" Target="https://reliefweb.int/report/colombia/drc-colombia-monitoreo-de-proteccion-enero-marzo-2026" TargetMode="External"/><Relationship Id="rId11" Type="http://schemas.openxmlformats.org/officeDocument/2006/relationships/hyperlink" Target="https://x.com/UNGRD/status/2098758429951078754" TargetMode="External"/><Relationship Id="rId1" Type="http://schemas.openxmlformats.org/officeDocument/2006/relationships/image" Target="../media/image-56-1.png"/><Relationship Id="rId12" Type="http://schemas.openxmlformats.org/officeDocument/2006/relationships/slideLayout" Target="../slideLayouts/slideLayout1.xml"/><Relationship Id="rId1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portal.gestiondelriesgo.gov.co/Paginas/Noticias/2026/356-personas-rescatadas-la-respuesta-de-la-UNGRD-continua-un-mes-despues-del-terremoto.aspx" TargetMode="External"/><Relationship Id="rId3" Type="http://schemas.openxmlformats.org/officeDocument/2006/relationships/hyperlink" Target="https://portal.gestiondelriesgo.gov.co/Paginas/Noticias/2026/Inicia-el-pago-de-mas-de-3324-millones-en-apoyo-economico-para-las-familias-damnificadas-por-el-terremoto-en-Choco.aspx" TargetMode="External"/><Relationship Id="rId4" Type="http://schemas.openxmlformats.org/officeDocument/2006/relationships/hyperlink" Target="https://reliefweb.int/report/colombia/colombia-ifrc-calls-sustained-support-earthquake-affected-communities-one-month" TargetMode="External"/><Relationship Id="rId5" Type="http://schemas.openxmlformats.org/officeDocument/2006/relationships/hyperlink" Target="https://reliefweb.int/report/colombia/iom-colombia-earthquake-situation-report-9-10-september-2026" TargetMode="External"/><Relationship Id="rId6" Type="http://schemas.openxmlformats.org/officeDocument/2006/relationships/hyperlink" Target="https://reliefweb.int/report/colombia/colombia-emergency-response-situation-report-2-18-august-10-september-2026" TargetMode="External"/><Relationship Id="rId7" Type="http://schemas.openxmlformats.org/officeDocument/2006/relationships/hyperlink" Target="https://reliefweb.int/report/colombia/colombia-flash-update-013-actualizacion-afectaciones-por-terremoto-en-colombia-17-de-septiembre-de-2026" TargetMode="External"/><Relationship Id="rId8" Type="http://schemas.openxmlformats.org/officeDocument/2006/relationships/hyperlink" Target="https://reliefweb.int/report/colombia/colombia-flash-update-013-update-impact-earthquake-colombia-september-18-2026" TargetMode="External"/><Relationship Id="rId1" Type="http://schemas.openxmlformats.org/officeDocument/2006/relationships/image" Target="../media/image-57-1.png"/><Relationship Id="rId9" Type="http://schemas.openxmlformats.org/officeDocument/2006/relationships/slideLayout" Target="../slideLayouts/slideLayout1.xml"/><Relationship Id="rId1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EPdQI7/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EPdQI7/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EPdQI7/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EPdQI7/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accompanied President Abelardo de la Espriella and the Housing Minister to Buga and Cali to assess 10 August earthquake damage. In Buga, the delegation inspected structural damage at the Basílica del Señor de los Milagros, the ITA educational institute and the Pueblo Nuevo corregimiento; in Cali, the visit covered the Cuarto de Legua neighbourhood, meeting affected residents. The national government is coordinating with local mayors' offices to speed up the census and direct delivery of financial aid.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(8/10)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and WFP Colombia country director Neils Greede formalised a strategic alliance to secure food assistance for families affected by the earthquake, building on their 4 Sep meeting; the two agencies also strengthened cooperation for future responses, citing El Niño and forest fires as examples.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6 Sep 2026 (posted 11:48 COT), the first new balance since the 3 Sep 06:30 cut - no balance was posted on 4 or 5 Sep. 331 deaths (unchanged), 4,505 injured (down from 4,519), 111 missing (down from 122) and 364 rescued alive (unchanged), across 498 municipalities in 16 departments (unchanged); 296,725 families (466,644 people) affected, up from 293,743 families (466,606 people). Housing: 201,989 homes damaged (up from 201,010) and 36,326 destroyed (down from 36,336), plus 6,005 buildings damaged and 743 collapsed (both up from 5,889 and 709). UNGRD gives no explanation for the small decreases in injured, missing and destroyed housing; as with earlier revisions this report treats them as reconciliation of reports filed, resolved and de-duplicated during ongoing consolidation rather than new information about casualties or a corrected report. UNGRD again describes the figures as preliminary and still being consolidated by territorial entities and operational agencies.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7 Sep 2026 (posted 07:43 COT). 331 deaths (unchanged), 4,505 injured (unchanged), 111 missing (unchanged) and 364 rescued alive (unchanged), across 498 municipalities in 16 departments (unchanged); 296,738 families (466,709 people) affected, up slightly from 296,725 families (466,644 people) at the 6 Sep 06:30 cut. Housing: 202,002 homes damaged (up from 201,989) and 36,326 destroyed (unchanged), plus 6,005 buildings damaged and 743 collapsed (both unchanged). Infrastructure newly itemised in this balance: 400 health facilities, 4,313 educational facilities (up from 4,288), 6,033 community facilities (down from 6,035), 521 roads (up from 491), 5 airports, 141 aqueducts (unchanged), 102 road bridges (up from 91) and 13 footbridges (unchanged) affected. UNGRD again describes the figures as preliminary and still being consolidated.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received a 14.9-tonne field hospital donated by the State of Qatar, including 6 ICU beds, 44 standard patient beds, 50 blankets/sheets/pillows sets, 26 air-conditioning units and a diesel storage tank. The hospital can be relocated to whichever territory needs it to support the response to the earthquake and other emergencies. Coordinated via the Embassy of Qatar in Bogotá.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(9/10)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One month on, UNGRD reports search-and-rescue operations concluded: over 288 hours, 54 groups and 1,849 rescuers from Colombia, Argentina, Chile, Mexico, Venezuela, Spain and the United States rescued 356 people alive and recovered 259 bodies. UNGRD has committed COP 42,754 million for the first month of housing economic support (of three planned months). The Damage Assessment and Needs Analysis for Integral Recovery process (EDANPRI) has been launched with UNDP, national/territorial entities and 16 sectors to inform recovery planning. Humanitarian aid moved to date: 2,071 tonnes (477.1 t international cooperation, 1,500 t via the First Lady, plus contributions from Atlántico and Bogotá). 4,720 people remain in 35 temporary shelters across Caldas, Quindío, Chocó and Valle del Cauca. The Air Force has flown 106h40 in support; 60 Starlink antennas are deployed; 1,976 animals have been rescued. The article restates, 'as of today 10 September': 331 deaths, 4,505 injured, 111 missing, 466,345 people affected in 497 municipalities across 16 departments, 36,327 homes destroyed and 201,939 damaged, 759 buildings collapsed, 4,316 educational, 397 health and 6,118 community facilities affected, 521 roads, 107 road bridges, 13 footbridges, 141 aqueducts and 5 airports. Deaths/injured/missing match the 6-7 Sep official balance exactly, but affected-people (-364), municipalities (-1), homes damaged (-63) and health facilities (-3) are marginally lower than the 7 Sep 06:30 balance already recorded above, with no explanation given; consistent with this report's treatment of similar small back-and-forth movements as consolidation noise rather than a correction, this narrative figure is shown here rather than used to revise the headline balance.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(portal article)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began disbursing temporary housing economic support payments to earthquake-affected households: in Chocó from 11 September (more than COP 3,324 million for the first month, for households whose homes were destroyed or are uninhabitable), and in Cali from 12 September, both via SuperGiros payment points against original national ID, over a 15-calendar-day claim window. UNGRD states payments will subsequently extend to Valle del Cauca, Caldas, Quindio and Risaralda. No new casualty or damage balance was posted between 7 and 12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(10/10)</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posted a new balance via the Registro Unico de Damnificados (RUD) tool, with a 06:30 COT cut-off on 15 Sep 2026: 303,934 families (486,917 people) registered as affected, up from 296,738 families (466,709 people) at the 7 Sep 06:30 cut; 206,931 homes damaged (up from 202,002) and 36,478 destroyed (up from 36,326). UNGRD describes the RUD as the tool through which municipalities, with support from SNGRD entities, register and upload information on affected people and reported damage. No new deaths/injured/missing/rescued balance has been posted since the 7 Sep 06:30 cut; the latest published figures remain 331 deaths, 4,505 injured, 111 missing and 364 rescued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 RUD)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OCHA's Flash Update 013 (14:00 COT cut) restates the 15 Sep UNGRD RUD balance unchanged (486,917 people / 303,934 families affected; 36,478 homes destroyed) and reports more than 137,000 people assisted, up from 135,000 in Flash Update 012 (10 Sep). No new UNGRD deaths/injured/missing/rescued balance has been posted since the 7 Sep 06:30 cut; UNGRD's own public communications in the intervening period have focused on the recovery-phase Plan de Accion Especifico para la Recuperacion (PAE) and sector working groups with UNDP and ECLAC, rather than a further daily casualty bulletin.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Flash Update 013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EPdQI7/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EPdQI7/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EPdQI7/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 (UNGRD, 06:30 cut on 7 Sep, posted 07:43), unchanged from the 6 Sep 06:30 cut. The series has run 273, 281, 285, 287, 288, 294, 289, 287, 329, 331, 331, 331, 331, 331 and now 331 again; UNGRD attributes earlier movement to verification and consolidation of figures reported from the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 (UNGRD, 06:30 cut on 7 Sep), unchanged from the 6 Sep 06:30 cut. The series has run 496, 377, 378, 202, 320, 143, 194, 151, 136, 136, 136, 122, 111 and now 111 again: reports are filed, resolved and de-duplicated at the same time, so this count moves in both directions.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cut on 7 Sep), unchanged from 6 Sep, plus 3,003 animals rescued and 3,277 affected (both unchanged from 6 Sep).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498 municipalities in 16 departments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303,934 families (486,917 people) registered as affected via UNGRD's Registro Unico de Damnificados (RUD) balance, 06:30 COT cut-off on 15 Sep 2026, up from 296,738 families (466,709 people) at the 7 Sep 06:30 cut. UNGRD describes the RUD as the tool through which municipalities, with support from SNGRD entities, register and upload information on affected people and reported damage; this report treats it as continuing the same affected-population series reported in earlier balances.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 Separately, WFP's Colombia Earthquake Emergency Situation Report (7 September) states "authorities reported 759,311 people affected, 331 fatalities, 4,519 injured people and 136 missing people" as of that date - a substantially larger affected-population figure than UNGRD's own balances, while the casualty figures WFP cites (4,519 injured, 136 missing) match UNGRD's earlier 1-2 Sep cuts rather than the later cuts. The report does not explain what the 759,311 figure counts or which UNGRD cut it draws on; it is shown here with its date rather than merged with UNGRD's own count.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IFRC, 10 Sep 2026 (one-month statement)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IFRC (10 Sep, one-month statement) cites more than 661,000 people formally registered as disaster-affected as of 4 September - a third, substantially larger figure that does not match UNGRD's RUD series, OCHA's Flash Update figures, or WFP's 759,311; the four are shown separately with their own dates rather than merged, as none has been confirmed to share the same registration basis.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243,409: 36,478 destroyed and 206,931 damaged (UNGRD RUD balance, 06:30 cut on 15 Sep 2026), against 238,328 (36,326 destroyed and 202,002 damaged) at the 7 Sep 06:30 cut. OCHA's Flash Update 011 (2 Sep 17:00) separately cites more than 36,000 homes destroyed, consistent with the UNGRD figure. In El Cairo, a coffee town in the mountains of Valle del Cauca, 80% of the houses were damaged (as of 16 Aug). CESVI's Colombia Emergency Response Situation Report #2 (11 Sep, covering 18 Aug-10 Sep) separately cites 101,416 "uninhabitable homes" as of 9 September - a different metric from UNGRD's destroyed/damaged breakdown above and not reconciled with 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 OCHA Flash Update 011, 2 Sep 17:00; CESVI, 11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206,931 (UNGRD RUD balance, 06:30 cut on 15 Sep 2026), up from 202,002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36,478 (UNGRD RUD balance, 06:30 cut on 15 Sep 2026), up from 36,326 at the 7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(RUD), 15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743 nationally, plus 6,005 buildings damaged (UNGRD, 06:30 cut on 7 Sep), unchanged from the 6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 damaged (UNGRD, 06:30 cut on 6 Sep), unchanged from the 3 Sep 06:30 cut (406 at the 31 Aug 06:30 cut, 304 at the 18:30 cut on 16 Aug, 240 that morning and 18 on 10 Aug); 7 health institutions closed as of 16 Aug. About 30% of the University Hospital in Cali collapsed, including three floors (paediatrics, internal medicine, part of the neonatal unit). The Interior Minister said on 14 Aug that the hospital network in Buenaventura is overwhelmed.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6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 affected (UNGRD, 06:30 cut on 7 Sep), up from 4,288 at the 6 Sep 06:30 cut; UNGRD gives no explanation, treated as reconciliation rather than a correction (4,292 at 3 Sep, 4,287 at 2 Sep, 4,290 at 1 Sep, 4,268 at 31 Aug, 3,207 at the 18:30 cut on 16 Aug, 2,205 that morning and 52 on 10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 damaged (UNGRD, 06:30 cut on 7 Sep), down from 6,035 at the 6 Sep 06:30 cut; UNGRD gives no explanation, treated as reconciliation rather than a correction (5,600 at 3 Sep, 5,698 at 1 Sep, 5,524 at 31 Aug, 4,059 at the 18:30 cut on 16 Aug, 1,208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521 roads damaged (UNGRD, 06:30 cut on 7 Sep), up from 491 at the 6 Sep 06:30 cut (468 at 3 Sep, 462 at 31 Aug, 410 at the 18:30 cut on 16 Aug, 210 that morning and 18 on 10 Aug); 102 road bridges and 13 footbridges also damaged (up from 91 road bridges on 6 Sep;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141 aqueducts damaged (UNGRD, 06:30 cut on 7 Sep), unchanged from the 6 Sep 06:30 cut (140 at 3 Sep, 122 at 31 Aug, 95 at the 18:30 cut on 16 Aug, 73 that morning); 29 banking offices out of service as of 16 Aug. Power outages and communications disruption reported in areas near the epicentre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3,277 animals affected and 3,003 rescued nationally (UNGRD, 06:30 cut on 7 Sep), unchanged from the 6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 OCHA's Flash Update 012 (10 Sep, one month after the earthquake) reports the Government, SNGRD and international partners have assisted more than 135,000 people through multi-sectoral interventions in 53 priority municipalities, up from 123,000 people / 49 municipalities in Flash Update 011. It flags growing challenges to recovery from concurrent crises (armed conflict, wildfires, drought and flooding) and calls for additional, timely funding through the end of 2026. Separately, the Colombian Red Cross/IFRC reports 1,844 volunteers and staff delivered more than 3,600 tonnes of assistance, 5,300+ health support interventions, 15,700+ litres of water and Restoring Family Links support to 4,400+ people over the first month, and IFRC has launched a CHF 25 million (US$30 million) emergency appeal to sustain this response.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012, 10 Sep; IFRC, 10 Sep (one-month statement); OCHA Flash Update 013,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(9/9)</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OCHA's Flash Update 013 (17 Sep, 14:00 COT cut) reports more than 137,000 people assisted, up from 135,000 in Flash Update 012 (10 Sep); it restates the same affected-population and housing totals as the 15 Sep UNGRD RUD balance (486,917 people / 303,934 families affected; 36,478 homes destroyed) without indicating any further RUD update, and separately flags concurrent hazards (flooding, wildfires, ongoing seismicity, a volcanic alert and armed-conflict dynamics) as compounding vulnerability in the worst-affected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EPdQI7/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57</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57</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57</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 the NGO AMDA also dispatched a nurse (30 Aug) and, with AMDA Colombia and Fundación Salamandra, supported relief in Cali and Chocó until concluding its emergency-phase response on 4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57</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57</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57</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57</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57</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57</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EPdQI7/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57</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57</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57</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57</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57</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57</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57</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57</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57</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57</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#3: Earthquake in Colombia (7 Sep 2026, Istmina hospital/church needs assessment)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Fundación ABBACOL - psychosocial intervention update, Cali (04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Colombia Food Security Outlook Update (Aug 2026 - Jan 2027): earthquake impacts reduce food access as El Niño strengthens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Quibdó - Colombia: Barrios afectados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Colombia Earthquake Emergency Situation Report (7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#4: Earthquake in Colombia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HNRP 2026 5W System Response Report (Jan-Jul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57</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Colombia: Affected Neighbourhoods Map (3iS,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012, Update on the Impact of the Earthquake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(FR,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Buenaventura, Colombia: Affected Neighbourhoods Map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 Colombia WASH Situation One Month After the Earthquake: Response, Gaps and Priorities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 Colombia Protection Monitoring (January-March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(X/Twitter) - temporary housing economic support payments, Choco and Cali (11-12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57</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(13/13)</a:t>
            </a:r>
            <a:endParaRPr lang="en-US" sz="2100" dirty="0"/>
          </a:p>
        </p:txBody>
      </p:sp>
      <p:pic>
        <p:nvPicPr>
          <p:cNvPr id="3" name="Image 0" descr="/tmp/build_event-EPdQI7/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"356 people rescued": one month on, response continues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https://portal.gestiondelriesgo.gov.co/Paginas/Noticias/2026/356-personas-rescatadas-la-respuesta-de-la-UNGRD-continua-un-mes-despues-del-terremoto.aspx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(portal) - Chocó housing support payments begin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https://portal.gestiondelriesgo.gov.co/Paginas/Noticias/2026/Inicia-el-pago-de-mas-de-3324-millones-en-apoyo-economico-para-las-familias-damnificadas-por-el-terremoto-en-Choco.aspx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Colombia: IFRC calls for sustained support, one month on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https://reliefweb.int/report/colombia/colombia-ifrc-calls-sustained-support-earthquake-affected-communities-one-month</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#9,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https://reliefweb.int/report/colombia/iom-colombia-earthquake-situation-report-9-10-september-2026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CESVI - Colombia Emergency Response, Situation Report #2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https://reliefweb.int/report/colombia/colombia-emergency-response-situation-report-2-18-august-10-september-2026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https://reliefweb.int/report/colombia/colombia-flash-update-013-actualizacion-afectaciones-por-terremoto-en-colombia-17-de-septiembre-de-2026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013, English (posted 18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https://reliefweb.int/report/colombia/colombia-flash-update-013-update-impact-earthquake-colombia-september-18-2026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17/09/2026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EPdQI7/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2026-09-18 07:30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2026-09-18T22:58:39Z</dcterms:created>
  <dcterms:modified xsi:type="dcterms:W3CDTF">2026-09-18T22:58:39Z</dcterms:modified>
</cp:coreProperties>
</file>